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DM Sans Medium"/>
      <p:regular r:id="rId34"/>
      <p:bold r:id="rId35"/>
      <p:italic r:id="rId36"/>
      <p:boldItalic r:id="rId37"/>
    </p:embeddedFont>
    <p:embeddedFont>
      <p:font typeface="Merriweather"/>
      <p:regular r:id="rId38"/>
      <p:bold r:id="rId39"/>
      <p:italic r:id="rId40"/>
      <p:boldItalic r:id="rId41"/>
    </p:embeddedFont>
    <p:embeddedFont>
      <p:font typeface="DM Sans"/>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6" roundtripDataSignature="AMtx7mjqFv3jIV7FEk6gsCJw71H12N8H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erriweather-italic.fntdata"/><Relationship Id="rId20" Type="http://schemas.openxmlformats.org/officeDocument/2006/relationships/slide" Target="slides/slide15.xml"/><Relationship Id="rId42" Type="http://schemas.openxmlformats.org/officeDocument/2006/relationships/font" Target="fonts/DMSans-regular.fntdata"/><Relationship Id="rId41" Type="http://schemas.openxmlformats.org/officeDocument/2006/relationships/font" Target="fonts/Merriweather-boldItalic.fntdata"/><Relationship Id="rId22" Type="http://schemas.openxmlformats.org/officeDocument/2006/relationships/slide" Target="slides/slide17.xml"/><Relationship Id="rId44" Type="http://schemas.openxmlformats.org/officeDocument/2006/relationships/font" Target="fonts/DMSans-italic.fntdata"/><Relationship Id="rId21" Type="http://schemas.openxmlformats.org/officeDocument/2006/relationships/slide" Target="slides/slide16.xml"/><Relationship Id="rId43" Type="http://schemas.openxmlformats.org/officeDocument/2006/relationships/font" Target="fonts/DMSans-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DMSans-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DMSansMedium-bold.fntdata"/><Relationship Id="rId12" Type="http://schemas.openxmlformats.org/officeDocument/2006/relationships/slide" Target="slides/slide7.xml"/><Relationship Id="rId34" Type="http://schemas.openxmlformats.org/officeDocument/2006/relationships/font" Target="fonts/DMSansMedium-regular.fntdata"/><Relationship Id="rId15" Type="http://schemas.openxmlformats.org/officeDocument/2006/relationships/slide" Target="slides/slide10.xml"/><Relationship Id="rId37" Type="http://schemas.openxmlformats.org/officeDocument/2006/relationships/font" Target="fonts/DMSansMedium-boldItalic.fntdata"/><Relationship Id="rId14" Type="http://schemas.openxmlformats.org/officeDocument/2006/relationships/slide" Target="slides/slide9.xml"/><Relationship Id="rId36" Type="http://schemas.openxmlformats.org/officeDocument/2006/relationships/font" Target="fonts/DMSansMedium-italic.fntdata"/><Relationship Id="rId17" Type="http://schemas.openxmlformats.org/officeDocument/2006/relationships/slide" Target="slides/slide12.xml"/><Relationship Id="rId39" Type="http://schemas.openxmlformats.org/officeDocument/2006/relationships/font" Target="fonts/Merriweather-bold.fntdata"/><Relationship Id="rId16" Type="http://schemas.openxmlformats.org/officeDocument/2006/relationships/slide" Target="slides/slide11.xml"/><Relationship Id="rId38" Type="http://schemas.openxmlformats.org/officeDocument/2006/relationships/font" Target="fonts/Merriweather-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85b39a978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385b39a978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5b39a978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385b39a9788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85b39a978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385b39a9788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5b39a978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385b39a9788_0_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85cb2a7d26_0_18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385cb2a7d26_0_18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85b39a978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385b39a9788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85b39a9788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8" name="Google Shape;288;g385b39a9788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85b39a978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85b39a9788_0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85b39a978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385b39a9788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85b39a978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385b39a9788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85cb2a7d26_0_18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85cb2a7d26_0_18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85cb2a7d26_0_18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8" name="Google Shape;338;g385cb2a7d26_0_18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85cb2a7d26_0_1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385cb2a7d26_0_18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85cb2a7d26_0_1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385cb2a7d26_0_18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85cb2a7d26_0_18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2" name="Google Shape;362;g385cb2a7d26_0_18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85cb2a7d26_0_1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0" name="Google Shape;370;g385cb2a7d26_0_19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85cb2a7d26_0_19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g385cb2a7d26_0_19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85cb2a7d26_0_19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385cb2a7d26_0_19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85cb2a7d26_0_1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4" name="Google Shape;394;g385cb2a7d26_0_19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8a1bb566b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2" name="Google Shape;402;g38a1bb566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85cb2a7d26_0_1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g385cb2a7d26_0_18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85cb2a7d26_0_1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g385cb2a7d26_0_19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85cb2a7d26_0_19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85cb2a7d26_0_19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85b39a9788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g385b39a9788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0"/>
          <p:cNvSpPr txBox="1"/>
          <p:nvPr>
            <p:ph idx="1" type="body"/>
          </p:nvPr>
        </p:nvSpPr>
        <p:spPr>
          <a:xfrm>
            <a:off x="196951" y="4737750"/>
            <a:ext cx="18603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lt1"/>
              </a:buClr>
              <a:buSzPts val="800"/>
              <a:buChar char="●"/>
              <a:defRPr sz="800">
                <a:solidFill>
                  <a:schemeClr val="lt1"/>
                </a:solidFill>
              </a:defRPr>
            </a:lvl1pPr>
            <a:lvl2pPr indent="-279400" lvl="1" marL="914400" algn="l">
              <a:lnSpc>
                <a:spcPct val="115000"/>
              </a:lnSpc>
              <a:spcBef>
                <a:spcPts val="0"/>
              </a:spcBef>
              <a:spcAft>
                <a:spcPts val="0"/>
              </a:spcAft>
              <a:buClr>
                <a:schemeClr val="lt1"/>
              </a:buClr>
              <a:buSzPts val="800"/>
              <a:buChar char="○"/>
              <a:defRPr>
                <a:solidFill>
                  <a:schemeClr val="lt1"/>
                </a:solidFill>
              </a:defRPr>
            </a:lvl2pPr>
            <a:lvl3pPr indent="-279400" lvl="2" marL="1371600" algn="l">
              <a:lnSpc>
                <a:spcPct val="115000"/>
              </a:lnSpc>
              <a:spcBef>
                <a:spcPts val="0"/>
              </a:spcBef>
              <a:spcAft>
                <a:spcPts val="0"/>
              </a:spcAft>
              <a:buClr>
                <a:schemeClr val="lt1"/>
              </a:buClr>
              <a:buSzPts val="800"/>
              <a:buChar char="■"/>
              <a:defRPr sz="800">
                <a:solidFill>
                  <a:schemeClr val="lt1"/>
                </a:solidFill>
              </a:defRPr>
            </a:lvl3pPr>
            <a:lvl4pPr indent="-279400" lvl="3" marL="1828800" algn="l">
              <a:lnSpc>
                <a:spcPct val="115000"/>
              </a:lnSpc>
              <a:spcBef>
                <a:spcPts val="0"/>
              </a:spcBef>
              <a:spcAft>
                <a:spcPts val="0"/>
              </a:spcAft>
              <a:buClr>
                <a:schemeClr val="lt1"/>
              </a:buClr>
              <a:buSzPts val="800"/>
              <a:buChar char="●"/>
              <a:defRPr sz="800">
                <a:solidFill>
                  <a:schemeClr val="lt1"/>
                </a:solidFill>
              </a:defRPr>
            </a:lvl4pPr>
            <a:lvl5pPr indent="-279400" lvl="4" marL="2286000" algn="l">
              <a:lnSpc>
                <a:spcPct val="115000"/>
              </a:lnSpc>
              <a:spcBef>
                <a:spcPts val="0"/>
              </a:spcBef>
              <a:spcAft>
                <a:spcPts val="0"/>
              </a:spcAft>
              <a:buClr>
                <a:schemeClr val="lt1"/>
              </a:buClr>
              <a:buSzPts val="800"/>
              <a:buChar char="○"/>
              <a:defRPr sz="800">
                <a:solidFill>
                  <a:schemeClr val="lt1"/>
                </a:solidFill>
              </a:defRPr>
            </a:lvl5pPr>
            <a:lvl6pPr indent="-279400" lvl="5" marL="2743200" algn="l">
              <a:lnSpc>
                <a:spcPct val="115000"/>
              </a:lnSpc>
              <a:spcBef>
                <a:spcPts val="0"/>
              </a:spcBef>
              <a:spcAft>
                <a:spcPts val="0"/>
              </a:spcAft>
              <a:buClr>
                <a:schemeClr val="lt1"/>
              </a:buClr>
              <a:buSzPts val="800"/>
              <a:buChar char="■"/>
              <a:defRPr sz="800">
                <a:solidFill>
                  <a:schemeClr val="lt1"/>
                </a:solidFill>
              </a:defRPr>
            </a:lvl6pPr>
            <a:lvl7pPr indent="-279400" lvl="6" marL="3200400" algn="l">
              <a:lnSpc>
                <a:spcPct val="115000"/>
              </a:lnSpc>
              <a:spcBef>
                <a:spcPts val="0"/>
              </a:spcBef>
              <a:spcAft>
                <a:spcPts val="0"/>
              </a:spcAft>
              <a:buClr>
                <a:schemeClr val="lt1"/>
              </a:buClr>
              <a:buSzPts val="800"/>
              <a:buChar char="●"/>
              <a:defRPr sz="800">
                <a:solidFill>
                  <a:schemeClr val="lt1"/>
                </a:solidFill>
              </a:defRPr>
            </a:lvl7pPr>
            <a:lvl8pPr indent="-279400" lvl="7" marL="3657600" algn="l">
              <a:lnSpc>
                <a:spcPct val="115000"/>
              </a:lnSpc>
              <a:spcBef>
                <a:spcPts val="0"/>
              </a:spcBef>
              <a:spcAft>
                <a:spcPts val="0"/>
              </a:spcAft>
              <a:buClr>
                <a:schemeClr val="lt1"/>
              </a:buClr>
              <a:buSzPts val="800"/>
              <a:buChar char="○"/>
              <a:defRPr sz="800">
                <a:solidFill>
                  <a:schemeClr val="lt1"/>
                </a:solidFill>
              </a:defRPr>
            </a:lvl8pPr>
            <a:lvl9pPr indent="-279400" lvl="8" marL="4114800" algn="l">
              <a:lnSpc>
                <a:spcPct val="115000"/>
              </a:lnSpc>
              <a:spcBef>
                <a:spcPts val="0"/>
              </a:spcBef>
              <a:spcAft>
                <a:spcPts val="0"/>
              </a:spcAft>
              <a:buClr>
                <a:schemeClr val="lt1"/>
              </a:buClr>
              <a:buSzPts val="800"/>
              <a:buChar char="■"/>
              <a:defRPr sz="800">
                <a:solidFill>
                  <a:schemeClr val="lt1"/>
                </a:solidFill>
              </a:defRPr>
            </a:lvl9pPr>
          </a:lstStyle>
          <a:p/>
        </p:txBody>
      </p:sp>
      <p:sp>
        <p:nvSpPr>
          <p:cNvPr id="11" name="Google Shape;11;p20"/>
          <p:cNvSpPr txBox="1"/>
          <p:nvPr>
            <p:ph type="ctrTitle"/>
          </p:nvPr>
        </p:nvSpPr>
        <p:spPr>
          <a:xfrm>
            <a:off x="196950" y="223825"/>
            <a:ext cx="8011800" cy="18771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chemeClr val="lt1"/>
              </a:buClr>
              <a:buSzPts val="6750"/>
              <a:buNone/>
              <a:defRPr sz="6750">
                <a:solidFill>
                  <a:schemeClr val="lt1"/>
                </a:solidFill>
              </a:defRPr>
            </a:lvl1pPr>
            <a:lvl2pPr lvl="1" algn="l">
              <a:lnSpc>
                <a:spcPct val="90000"/>
              </a:lnSpc>
              <a:spcBef>
                <a:spcPts val="0"/>
              </a:spcBef>
              <a:spcAft>
                <a:spcPts val="0"/>
              </a:spcAft>
              <a:buClr>
                <a:schemeClr val="lt1"/>
              </a:buClr>
              <a:buSzPts val="5200"/>
              <a:buNone/>
              <a:defRPr sz="5200">
                <a:solidFill>
                  <a:schemeClr val="lt1"/>
                </a:solidFill>
              </a:defRPr>
            </a:lvl2pPr>
            <a:lvl3pPr lvl="2" algn="l">
              <a:lnSpc>
                <a:spcPct val="90000"/>
              </a:lnSpc>
              <a:spcBef>
                <a:spcPts val="0"/>
              </a:spcBef>
              <a:spcAft>
                <a:spcPts val="0"/>
              </a:spcAft>
              <a:buClr>
                <a:schemeClr val="lt1"/>
              </a:buClr>
              <a:buSzPts val="5200"/>
              <a:buNone/>
              <a:defRPr sz="5200">
                <a:solidFill>
                  <a:schemeClr val="lt1"/>
                </a:solidFill>
              </a:defRPr>
            </a:lvl3pPr>
            <a:lvl4pPr lvl="3" algn="l">
              <a:lnSpc>
                <a:spcPct val="90000"/>
              </a:lnSpc>
              <a:spcBef>
                <a:spcPts val="0"/>
              </a:spcBef>
              <a:spcAft>
                <a:spcPts val="0"/>
              </a:spcAft>
              <a:buClr>
                <a:schemeClr val="lt1"/>
              </a:buClr>
              <a:buSzPts val="5200"/>
              <a:buNone/>
              <a:defRPr sz="5200">
                <a:solidFill>
                  <a:schemeClr val="lt1"/>
                </a:solidFill>
              </a:defRPr>
            </a:lvl4pPr>
            <a:lvl5pPr lvl="4" algn="l">
              <a:lnSpc>
                <a:spcPct val="90000"/>
              </a:lnSpc>
              <a:spcBef>
                <a:spcPts val="0"/>
              </a:spcBef>
              <a:spcAft>
                <a:spcPts val="0"/>
              </a:spcAft>
              <a:buClr>
                <a:schemeClr val="lt1"/>
              </a:buClr>
              <a:buSzPts val="5200"/>
              <a:buNone/>
              <a:defRPr sz="5200">
                <a:solidFill>
                  <a:schemeClr val="lt1"/>
                </a:solidFill>
              </a:defRPr>
            </a:lvl5pPr>
            <a:lvl6pPr lvl="5" algn="l">
              <a:lnSpc>
                <a:spcPct val="90000"/>
              </a:lnSpc>
              <a:spcBef>
                <a:spcPts val="0"/>
              </a:spcBef>
              <a:spcAft>
                <a:spcPts val="0"/>
              </a:spcAft>
              <a:buClr>
                <a:schemeClr val="lt1"/>
              </a:buClr>
              <a:buSzPts val="5200"/>
              <a:buNone/>
              <a:defRPr sz="5200">
                <a:solidFill>
                  <a:schemeClr val="lt1"/>
                </a:solidFill>
              </a:defRPr>
            </a:lvl6pPr>
            <a:lvl7pPr lvl="6" algn="l">
              <a:lnSpc>
                <a:spcPct val="90000"/>
              </a:lnSpc>
              <a:spcBef>
                <a:spcPts val="0"/>
              </a:spcBef>
              <a:spcAft>
                <a:spcPts val="0"/>
              </a:spcAft>
              <a:buClr>
                <a:schemeClr val="lt1"/>
              </a:buClr>
              <a:buSzPts val="5200"/>
              <a:buNone/>
              <a:defRPr sz="5200">
                <a:solidFill>
                  <a:schemeClr val="lt1"/>
                </a:solidFill>
              </a:defRPr>
            </a:lvl7pPr>
            <a:lvl8pPr lvl="7" algn="l">
              <a:lnSpc>
                <a:spcPct val="90000"/>
              </a:lnSpc>
              <a:spcBef>
                <a:spcPts val="0"/>
              </a:spcBef>
              <a:spcAft>
                <a:spcPts val="0"/>
              </a:spcAft>
              <a:buClr>
                <a:schemeClr val="lt1"/>
              </a:buClr>
              <a:buSzPts val="5200"/>
              <a:buNone/>
              <a:defRPr sz="5200">
                <a:solidFill>
                  <a:schemeClr val="lt1"/>
                </a:solidFill>
              </a:defRPr>
            </a:lvl8pPr>
            <a:lvl9pPr lvl="8" algn="l">
              <a:lnSpc>
                <a:spcPct val="90000"/>
              </a:lnSpc>
              <a:spcBef>
                <a:spcPts val="0"/>
              </a:spcBef>
              <a:spcAft>
                <a:spcPts val="0"/>
              </a:spcAft>
              <a:buClr>
                <a:schemeClr val="lt1"/>
              </a:buClr>
              <a:buSzPts val="5200"/>
              <a:buNone/>
              <a:defRPr sz="5200">
                <a:solidFill>
                  <a:schemeClr val="lt1"/>
                </a:solidFill>
              </a:defRPr>
            </a:lvl9pPr>
          </a:lstStyle>
          <a:p/>
        </p:txBody>
      </p:sp>
      <p:sp>
        <p:nvSpPr>
          <p:cNvPr id="12" name="Google Shape;12;p20"/>
          <p:cNvSpPr txBox="1"/>
          <p:nvPr>
            <p:ph idx="2" type="subTitle"/>
          </p:nvPr>
        </p:nvSpPr>
        <p:spPr>
          <a:xfrm>
            <a:off x="196950" y="2171250"/>
            <a:ext cx="3986700" cy="555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50"/>
              <a:buFont typeface="DM Sans Medium"/>
              <a:buNone/>
              <a:defRPr sz="1850">
                <a:solidFill>
                  <a:schemeClr val="lt1"/>
                </a:solidFill>
                <a:latin typeface="DM Sans Medium"/>
                <a:ea typeface="DM Sans Medium"/>
                <a:cs typeface="DM Sans Medium"/>
                <a:sym typeface="DM Sans Medium"/>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3" name="Google Shape;13;p20"/>
          <p:cNvSpPr/>
          <p:nvPr>
            <p:ph idx="3" type="pic"/>
          </p:nvPr>
        </p:nvSpPr>
        <p:spPr>
          <a:xfrm>
            <a:off x="4437578" y="2171250"/>
            <a:ext cx="4509600" cy="2775600"/>
          </a:xfrm>
          <a:prstGeom prst="round2DiagRect">
            <a:avLst>
              <a:gd fmla="val 16667" name="adj1"/>
              <a:gd fmla="val 0" name="adj2"/>
            </a:avLst>
          </a:prstGeom>
          <a:noFill/>
          <a:ln>
            <a:noFill/>
          </a:ln>
        </p:spPr>
      </p:sp>
      <p:sp>
        <p:nvSpPr>
          <p:cNvPr id="14" name="Google Shape;14;p20"/>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lt1"/>
              </a:buClr>
              <a:buSzPts val="800"/>
              <a:buChar char="●"/>
              <a:defRPr sz="800">
                <a:solidFill>
                  <a:schemeClr val="lt1"/>
                </a:solidFill>
              </a:defRPr>
            </a:lvl1pPr>
            <a:lvl2pPr indent="-279400" lvl="1" marL="914400" algn="r">
              <a:lnSpc>
                <a:spcPct val="115000"/>
              </a:lnSpc>
              <a:spcBef>
                <a:spcPts val="0"/>
              </a:spcBef>
              <a:spcAft>
                <a:spcPts val="0"/>
              </a:spcAft>
              <a:buClr>
                <a:schemeClr val="lt1"/>
              </a:buClr>
              <a:buSzPts val="800"/>
              <a:buChar char="○"/>
              <a:defRPr>
                <a:solidFill>
                  <a:schemeClr val="lt1"/>
                </a:solidFill>
              </a:defRPr>
            </a:lvl2pPr>
            <a:lvl3pPr indent="-279400" lvl="2" marL="1371600" algn="r">
              <a:lnSpc>
                <a:spcPct val="115000"/>
              </a:lnSpc>
              <a:spcBef>
                <a:spcPts val="0"/>
              </a:spcBef>
              <a:spcAft>
                <a:spcPts val="0"/>
              </a:spcAft>
              <a:buClr>
                <a:schemeClr val="lt1"/>
              </a:buClr>
              <a:buSzPts val="800"/>
              <a:buChar char="■"/>
              <a:defRPr sz="800">
                <a:solidFill>
                  <a:schemeClr val="lt1"/>
                </a:solidFill>
              </a:defRPr>
            </a:lvl3pPr>
            <a:lvl4pPr indent="-279400" lvl="3" marL="1828800" algn="r">
              <a:lnSpc>
                <a:spcPct val="115000"/>
              </a:lnSpc>
              <a:spcBef>
                <a:spcPts val="0"/>
              </a:spcBef>
              <a:spcAft>
                <a:spcPts val="0"/>
              </a:spcAft>
              <a:buClr>
                <a:schemeClr val="lt1"/>
              </a:buClr>
              <a:buSzPts val="800"/>
              <a:buChar char="●"/>
              <a:defRPr sz="800">
                <a:solidFill>
                  <a:schemeClr val="lt1"/>
                </a:solidFill>
              </a:defRPr>
            </a:lvl4pPr>
            <a:lvl5pPr indent="-279400" lvl="4" marL="2286000" algn="r">
              <a:lnSpc>
                <a:spcPct val="115000"/>
              </a:lnSpc>
              <a:spcBef>
                <a:spcPts val="0"/>
              </a:spcBef>
              <a:spcAft>
                <a:spcPts val="0"/>
              </a:spcAft>
              <a:buClr>
                <a:schemeClr val="lt1"/>
              </a:buClr>
              <a:buSzPts val="800"/>
              <a:buChar char="○"/>
              <a:defRPr sz="800">
                <a:solidFill>
                  <a:schemeClr val="lt1"/>
                </a:solidFill>
              </a:defRPr>
            </a:lvl5pPr>
            <a:lvl6pPr indent="-279400" lvl="5" marL="2743200" algn="r">
              <a:lnSpc>
                <a:spcPct val="115000"/>
              </a:lnSpc>
              <a:spcBef>
                <a:spcPts val="0"/>
              </a:spcBef>
              <a:spcAft>
                <a:spcPts val="0"/>
              </a:spcAft>
              <a:buClr>
                <a:schemeClr val="lt1"/>
              </a:buClr>
              <a:buSzPts val="800"/>
              <a:buChar char="■"/>
              <a:defRPr sz="800">
                <a:solidFill>
                  <a:schemeClr val="lt1"/>
                </a:solidFill>
              </a:defRPr>
            </a:lvl6pPr>
            <a:lvl7pPr indent="-279400" lvl="6" marL="3200400" algn="r">
              <a:lnSpc>
                <a:spcPct val="115000"/>
              </a:lnSpc>
              <a:spcBef>
                <a:spcPts val="0"/>
              </a:spcBef>
              <a:spcAft>
                <a:spcPts val="0"/>
              </a:spcAft>
              <a:buClr>
                <a:schemeClr val="lt1"/>
              </a:buClr>
              <a:buSzPts val="800"/>
              <a:buChar char="●"/>
              <a:defRPr sz="800">
                <a:solidFill>
                  <a:schemeClr val="lt1"/>
                </a:solidFill>
              </a:defRPr>
            </a:lvl7pPr>
            <a:lvl8pPr indent="-279400" lvl="7" marL="3657600" algn="r">
              <a:lnSpc>
                <a:spcPct val="115000"/>
              </a:lnSpc>
              <a:spcBef>
                <a:spcPts val="0"/>
              </a:spcBef>
              <a:spcAft>
                <a:spcPts val="0"/>
              </a:spcAft>
              <a:buClr>
                <a:schemeClr val="lt1"/>
              </a:buClr>
              <a:buSzPts val="800"/>
              <a:buChar char="○"/>
              <a:defRPr sz="800">
                <a:solidFill>
                  <a:schemeClr val="lt1"/>
                </a:solidFill>
              </a:defRPr>
            </a:lvl8pPr>
            <a:lvl9pPr indent="-279400" lvl="8" marL="4114800" algn="r">
              <a:lnSpc>
                <a:spcPct val="115000"/>
              </a:lnSpc>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blank">
  <p:cSld name="CUSTOM">
    <p:spTree>
      <p:nvGrpSpPr>
        <p:cNvPr id="15" name="Shape 15"/>
        <p:cNvGrpSpPr/>
        <p:nvPr/>
      </p:nvGrpSpPr>
      <p:grpSpPr>
        <a:xfrm>
          <a:off x="0" y="0"/>
          <a:ext cx="0" cy="0"/>
          <a:chOff x="0" y="0"/>
          <a:chExt cx="0" cy="0"/>
        </a:xfrm>
      </p:grpSpPr>
      <p:sp>
        <p:nvSpPr>
          <p:cNvPr id="16" name="Google Shape;1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21"/>
          <p:cNvSpPr txBox="1"/>
          <p:nvPr>
            <p:ph idx="1" type="body"/>
          </p:nvPr>
        </p:nvSpPr>
        <p:spPr>
          <a:xfrm>
            <a:off x="196951" y="196725"/>
            <a:ext cx="18603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dk1"/>
              </a:buClr>
              <a:buSzPts val="800"/>
              <a:buChar char="●"/>
              <a:defRPr sz="800">
                <a:solidFill>
                  <a:schemeClr val="dk1"/>
                </a:solidFill>
              </a:defRPr>
            </a:lvl1pPr>
            <a:lvl2pPr indent="-279400" lvl="1" marL="914400" algn="l">
              <a:lnSpc>
                <a:spcPct val="115000"/>
              </a:lnSpc>
              <a:spcBef>
                <a:spcPts val="0"/>
              </a:spcBef>
              <a:spcAft>
                <a:spcPts val="0"/>
              </a:spcAft>
              <a:buClr>
                <a:schemeClr val="dk1"/>
              </a:buClr>
              <a:buSzPts val="800"/>
              <a:buChar char="○"/>
              <a:defRPr>
                <a:solidFill>
                  <a:schemeClr val="dk1"/>
                </a:solidFill>
              </a:defRPr>
            </a:lvl2pPr>
            <a:lvl3pPr indent="-279400" lvl="2" marL="1371600" algn="l">
              <a:lnSpc>
                <a:spcPct val="115000"/>
              </a:lnSpc>
              <a:spcBef>
                <a:spcPts val="0"/>
              </a:spcBef>
              <a:spcAft>
                <a:spcPts val="0"/>
              </a:spcAft>
              <a:buClr>
                <a:schemeClr val="dk1"/>
              </a:buClr>
              <a:buSzPts val="800"/>
              <a:buChar char="■"/>
              <a:defRPr sz="800">
                <a:solidFill>
                  <a:schemeClr val="dk1"/>
                </a:solidFill>
              </a:defRPr>
            </a:lvl3pPr>
            <a:lvl4pPr indent="-279400" lvl="3" marL="1828800" algn="l">
              <a:lnSpc>
                <a:spcPct val="115000"/>
              </a:lnSpc>
              <a:spcBef>
                <a:spcPts val="0"/>
              </a:spcBef>
              <a:spcAft>
                <a:spcPts val="0"/>
              </a:spcAft>
              <a:buClr>
                <a:schemeClr val="dk1"/>
              </a:buClr>
              <a:buSzPts val="800"/>
              <a:buChar char="●"/>
              <a:defRPr sz="800">
                <a:solidFill>
                  <a:schemeClr val="dk1"/>
                </a:solidFill>
              </a:defRPr>
            </a:lvl4pPr>
            <a:lvl5pPr indent="-279400" lvl="4" marL="2286000" algn="l">
              <a:lnSpc>
                <a:spcPct val="115000"/>
              </a:lnSpc>
              <a:spcBef>
                <a:spcPts val="0"/>
              </a:spcBef>
              <a:spcAft>
                <a:spcPts val="0"/>
              </a:spcAft>
              <a:buClr>
                <a:schemeClr val="dk1"/>
              </a:buClr>
              <a:buSzPts val="800"/>
              <a:buChar char="○"/>
              <a:defRPr sz="800">
                <a:solidFill>
                  <a:schemeClr val="dk1"/>
                </a:solidFill>
              </a:defRPr>
            </a:lvl5pPr>
            <a:lvl6pPr indent="-279400" lvl="5" marL="2743200" algn="l">
              <a:lnSpc>
                <a:spcPct val="115000"/>
              </a:lnSpc>
              <a:spcBef>
                <a:spcPts val="0"/>
              </a:spcBef>
              <a:spcAft>
                <a:spcPts val="0"/>
              </a:spcAft>
              <a:buClr>
                <a:schemeClr val="dk1"/>
              </a:buClr>
              <a:buSzPts val="800"/>
              <a:buChar char="■"/>
              <a:defRPr sz="800">
                <a:solidFill>
                  <a:schemeClr val="dk1"/>
                </a:solidFill>
              </a:defRPr>
            </a:lvl6pPr>
            <a:lvl7pPr indent="-279400" lvl="6" marL="3200400" algn="l">
              <a:lnSpc>
                <a:spcPct val="115000"/>
              </a:lnSpc>
              <a:spcBef>
                <a:spcPts val="0"/>
              </a:spcBef>
              <a:spcAft>
                <a:spcPts val="0"/>
              </a:spcAft>
              <a:buClr>
                <a:schemeClr val="dk1"/>
              </a:buClr>
              <a:buSzPts val="800"/>
              <a:buChar char="●"/>
              <a:defRPr sz="800">
                <a:solidFill>
                  <a:schemeClr val="dk1"/>
                </a:solidFill>
              </a:defRPr>
            </a:lvl7pPr>
            <a:lvl8pPr indent="-279400" lvl="7" marL="3657600" algn="l">
              <a:lnSpc>
                <a:spcPct val="115000"/>
              </a:lnSpc>
              <a:spcBef>
                <a:spcPts val="0"/>
              </a:spcBef>
              <a:spcAft>
                <a:spcPts val="0"/>
              </a:spcAft>
              <a:buClr>
                <a:schemeClr val="dk1"/>
              </a:buClr>
              <a:buSzPts val="800"/>
              <a:buChar char="○"/>
              <a:defRPr sz="800">
                <a:solidFill>
                  <a:schemeClr val="dk1"/>
                </a:solidFill>
              </a:defRPr>
            </a:lvl8pPr>
            <a:lvl9pPr indent="-279400" lvl="8" marL="4114800" algn="l">
              <a:lnSpc>
                <a:spcPct val="115000"/>
              </a:lnSpc>
              <a:spcBef>
                <a:spcPts val="0"/>
              </a:spcBef>
              <a:spcAft>
                <a:spcPts val="0"/>
              </a:spcAft>
              <a:buClr>
                <a:schemeClr val="dk1"/>
              </a:buClr>
              <a:buSzPts val="800"/>
              <a:buChar char="■"/>
              <a:defRPr sz="800">
                <a:solidFill>
                  <a:schemeClr val="dk1"/>
                </a:solidFill>
              </a:defRPr>
            </a:lvl9pPr>
          </a:lstStyle>
          <a:p/>
        </p:txBody>
      </p:sp>
      <p:sp>
        <p:nvSpPr>
          <p:cNvPr id="18" name="Google Shape;18;p21"/>
          <p:cNvSpPr txBox="1"/>
          <p:nvPr>
            <p:ph idx="2"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dk1"/>
              </a:buClr>
              <a:buSzPts val="800"/>
              <a:buChar char="●"/>
              <a:defRPr sz="800">
                <a:solidFill>
                  <a:schemeClr val="dk1"/>
                </a:solidFill>
              </a:defRPr>
            </a:lvl1pPr>
            <a:lvl2pPr indent="-279400" lvl="1" marL="914400" algn="r">
              <a:lnSpc>
                <a:spcPct val="115000"/>
              </a:lnSpc>
              <a:spcBef>
                <a:spcPts val="0"/>
              </a:spcBef>
              <a:spcAft>
                <a:spcPts val="0"/>
              </a:spcAft>
              <a:buClr>
                <a:schemeClr val="dk1"/>
              </a:buClr>
              <a:buSzPts val="800"/>
              <a:buChar char="○"/>
              <a:defRPr>
                <a:solidFill>
                  <a:schemeClr val="dk1"/>
                </a:solidFill>
              </a:defRPr>
            </a:lvl2pPr>
            <a:lvl3pPr indent="-279400" lvl="2" marL="1371600" algn="r">
              <a:lnSpc>
                <a:spcPct val="115000"/>
              </a:lnSpc>
              <a:spcBef>
                <a:spcPts val="0"/>
              </a:spcBef>
              <a:spcAft>
                <a:spcPts val="0"/>
              </a:spcAft>
              <a:buClr>
                <a:schemeClr val="dk1"/>
              </a:buClr>
              <a:buSzPts val="800"/>
              <a:buChar char="■"/>
              <a:defRPr sz="800">
                <a:solidFill>
                  <a:schemeClr val="dk1"/>
                </a:solidFill>
              </a:defRPr>
            </a:lvl3pPr>
            <a:lvl4pPr indent="-279400" lvl="3" marL="1828800" algn="r">
              <a:lnSpc>
                <a:spcPct val="115000"/>
              </a:lnSpc>
              <a:spcBef>
                <a:spcPts val="0"/>
              </a:spcBef>
              <a:spcAft>
                <a:spcPts val="0"/>
              </a:spcAft>
              <a:buClr>
                <a:schemeClr val="dk1"/>
              </a:buClr>
              <a:buSzPts val="800"/>
              <a:buChar char="●"/>
              <a:defRPr sz="800">
                <a:solidFill>
                  <a:schemeClr val="dk1"/>
                </a:solidFill>
              </a:defRPr>
            </a:lvl4pPr>
            <a:lvl5pPr indent="-279400" lvl="4" marL="2286000" algn="r">
              <a:lnSpc>
                <a:spcPct val="115000"/>
              </a:lnSpc>
              <a:spcBef>
                <a:spcPts val="0"/>
              </a:spcBef>
              <a:spcAft>
                <a:spcPts val="0"/>
              </a:spcAft>
              <a:buClr>
                <a:schemeClr val="dk1"/>
              </a:buClr>
              <a:buSzPts val="800"/>
              <a:buChar char="○"/>
              <a:defRPr sz="800">
                <a:solidFill>
                  <a:schemeClr val="dk1"/>
                </a:solidFill>
              </a:defRPr>
            </a:lvl5pPr>
            <a:lvl6pPr indent="-279400" lvl="5" marL="2743200" algn="r">
              <a:lnSpc>
                <a:spcPct val="115000"/>
              </a:lnSpc>
              <a:spcBef>
                <a:spcPts val="0"/>
              </a:spcBef>
              <a:spcAft>
                <a:spcPts val="0"/>
              </a:spcAft>
              <a:buClr>
                <a:schemeClr val="dk1"/>
              </a:buClr>
              <a:buSzPts val="800"/>
              <a:buChar char="■"/>
              <a:defRPr sz="800">
                <a:solidFill>
                  <a:schemeClr val="dk1"/>
                </a:solidFill>
              </a:defRPr>
            </a:lvl6pPr>
            <a:lvl7pPr indent="-279400" lvl="6" marL="3200400" algn="r">
              <a:lnSpc>
                <a:spcPct val="115000"/>
              </a:lnSpc>
              <a:spcBef>
                <a:spcPts val="0"/>
              </a:spcBef>
              <a:spcAft>
                <a:spcPts val="0"/>
              </a:spcAft>
              <a:buClr>
                <a:schemeClr val="dk1"/>
              </a:buClr>
              <a:buSzPts val="800"/>
              <a:buChar char="●"/>
              <a:defRPr sz="800">
                <a:solidFill>
                  <a:schemeClr val="dk1"/>
                </a:solidFill>
              </a:defRPr>
            </a:lvl7pPr>
            <a:lvl8pPr indent="-279400" lvl="7" marL="3657600" algn="r">
              <a:lnSpc>
                <a:spcPct val="115000"/>
              </a:lnSpc>
              <a:spcBef>
                <a:spcPts val="0"/>
              </a:spcBef>
              <a:spcAft>
                <a:spcPts val="0"/>
              </a:spcAft>
              <a:buClr>
                <a:schemeClr val="dk1"/>
              </a:buClr>
              <a:buSzPts val="800"/>
              <a:buChar char="○"/>
              <a:defRPr sz="800">
                <a:solidFill>
                  <a:schemeClr val="dk1"/>
                </a:solidFill>
              </a:defRPr>
            </a:lvl8pPr>
            <a:lvl9pPr indent="-279400" lvl="8" marL="4114800" algn="r">
              <a:lnSpc>
                <a:spcPct val="115000"/>
              </a:lnSpc>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2">
  <p:cSld name="TITLE_AND_TWO_COLUMNS_1">
    <p:bg>
      <p:bgPr>
        <a:solidFill>
          <a:schemeClr val="dk1"/>
        </a:solidFill>
      </p:bgPr>
    </p:bg>
    <p:spTree>
      <p:nvGrpSpPr>
        <p:cNvPr id="19" name="Shape 19"/>
        <p:cNvGrpSpPr/>
        <p:nvPr/>
      </p:nvGrpSpPr>
      <p:grpSpPr>
        <a:xfrm>
          <a:off x="0" y="0"/>
          <a:ext cx="0" cy="0"/>
          <a:chOff x="0" y="0"/>
          <a:chExt cx="0" cy="0"/>
        </a:xfrm>
      </p:grpSpPr>
      <p:sp>
        <p:nvSpPr>
          <p:cNvPr id="20" name="Google Shape;20;p25"/>
          <p:cNvSpPr txBox="1"/>
          <p:nvPr>
            <p:ph type="title"/>
          </p:nvPr>
        </p:nvSpPr>
        <p:spPr>
          <a:xfrm>
            <a:off x="197375" y="1052750"/>
            <a:ext cx="3151800" cy="16329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lt1"/>
              </a:buClr>
              <a:buSzPts val="3450"/>
              <a:buNone/>
              <a:defRPr>
                <a:solidFill>
                  <a:schemeClr val="lt1"/>
                </a:solidFill>
              </a:defRPr>
            </a:lvl1pPr>
            <a:lvl2pPr lvl="1" algn="l">
              <a:lnSpc>
                <a:spcPct val="90000"/>
              </a:lnSpc>
              <a:spcBef>
                <a:spcPts val="0"/>
              </a:spcBef>
              <a:spcAft>
                <a:spcPts val="0"/>
              </a:spcAft>
              <a:buClr>
                <a:schemeClr val="lt1"/>
              </a:buClr>
              <a:buSzPts val="3450"/>
              <a:buNone/>
              <a:defRPr>
                <a:solidFill>
                  <a:schemeClr val="lt1"/>
                </a:solidFill>
              </a:defRPr>
            </a:lvl2pPr>
            <a:lvl3pPr lvl="2" algn="l">
              <a:lnSpc>
                <a:spcPct val="90000"/>
              </a:lnSpc>
              <a:spcBef>
                <a:spcPts val="0"/>
              </a:spcBef>
              <a:spcAft>
                <a:spcPts val="0"/>
              </a:spcAft>
              <a:buClr>
                <a:schemeClr val="lt1"/>
              </a:buClr>
              <a:buSzPts val="3450"/>
              <a:buNone/>
              <a:defRPr>
                <a:solidFill>
                  <a:schemeClr val="lt1"/>
                </a:solidFill>
              </a:defRPr>
            </a:lvl3pPr>
            <a:lvl4pPr lvl="3" algn="l">
              <a:lnSpc>
                <a:spcPct val="90000"/>
              </a:lnSpc>
              <a:spcBef>
                <a:spcPts val="0"/>
              </a:spcBef>
              <a:spcAft>
                <a:spcPts val="0"/>
              </a:spcAft>
              <a:buClr>
                <a:schemeClr val="lt1"/>
              </a:buClr>
              <a:buSzPts val="3450"/>
              <a:buNone/>
              <a:defRPr>
                <a:solidFill>
                  <a:schemeClr val="lt1"/>
                </a:solidFill>
              </a:defRPr>
            </a:lvl4pPr>
            <a:lvl5pPr lvl="4" algn="l">
              <a:lnSpc>
                <a:spcPct val="90000"/>
              </a:lnSpc>
              <a:spcBef>
                <a:spcPts val="0"/>
              </a:spcBef>
              <a:spcAft>
                <a:spcPts val="0"/>
              </a:spcAft>
              <a:buClr>
                <a:schemeClr val="lt1"/>
              </a:buClr>
              <a:buSzPts val="3450"/>
              <a:buNone/>
              <a:defRPr>
                <a:solidFill>
                  <a:schemeClr val="lt1"/>
                </a:solidFill>
              </a:defRPr>
            </a:lvl5pPr>
            <a:lvl6pPr lvl="5" algn="l">
              <a:lnSpc>
                <a:spcPct val="90000"/>
              </a:lnSpc>
              <a:spcBef>
                <a:spcPts val="0"/>
              </a:spcBef>
              <a:spcAft>
                <a:spcPts val="0"/>
              </a:spcAft>
              <a:buClr>
                <a:schemeClr val="lt1"/>
              </a:buClr>
              <a:buSzPts val="3450"/>
              <a:buNone/>
              <a:defRPr>
                <a:solidFill>
                  <a:schemeClr val="lt1"/>
                </a:solidFill>
              </a:defRPr>
            </a:lvl6pPr>
            <a:lvl7pPr lvl="6" algn="l">
              <a:lnSpc>
                <a:spcPct val="90000"/>
              </a:lnSpc>
              <a:spcBef>
                <a:spcPts val="0"/>
              </a:spcBef>
              <a:spcAft>
                <a:spcPts val="0"/>
              </a:spcAft>
              <a:buClr>
                <a:schemeClr val="lt1"/>
              </a:buClr>
              <a:buSzPts val="3450"/>
              <a:buNone/>
              <a:defRPr>
                <a:solidFill>
                  <a:schemeClr val="lt1"/>
                </a:solidFill>
              </a:defRPr>
            </a:lvl7pPr>
            <a:lvl8pPr lvl="7" algn="l">
              <a:lnSpc>
                <a:spcPct val="90000"/>
              </a:lnSpc>
              <a:spcBef>
                <a:spcPts val="0"/>
              </a:spcBef>
              <a:spcAft>
                <a:spcPts val="0"/>
              </a:spcAft>
              <a:buClr>
                <a:schemeClr val="lt1"/>
              </a:buClr>
              <a:buSzPts val="3450"/>
              <a:buNone/>
              <a:defRPr>
                <a:solidFill>
                  <a:schemeClr val="lt1"/>
                </a:solidFill>
              </a:defRPr>
            </a:lvl8pPr>
            <a:lvl9pPr lvl="8" algn="l">
              <a:lnSpc>
                <a:spcPct val="90000"/>
              </a:lnSpc>
              <a:spcBef>
                <a:spcPts val="0"/>
              </a:spcBef>
              <a:spcAft>
                <a:spcPts val="0"/>
              </a:spcAft>
              <a:buClr>
                <a:schemeClr val="lt1"/>
              </a:buClr>
              <a:buSzPts val="3450"/>
              <a:buNone/>
              <a:defRPr>
                <a:solidFill>
                  <a:schemeClr val="lt1"/>
                </a:solidFill>
              </a:defRPr>
            </a:lvl9pPr>
          </a:lstStyle>
          <a:p/>
        </p:txBody>
      </p:sp>
      <p:sp>
        <p:nvSpPr>
          <p:cNvPr id="21" name="Google Shape;21;p25"/>
          <p:cNvSpPr txBox="1"/>
          <p:nvPr>
            <p:ph idx="1" type="body"/>
          </p:nvPr>
        </p:nvSpPr>
        <p:spPr>
          <a:xfrm>
            <a:off x="197375" y="2685650"/>
            <a:ext cx="3151800" cy="18225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chemeClr val="lt1"/>
              </a:buClr>
              <a:buSzPts val="1000"/>
              <a:buChar char="●"/>
              <a:defRPr>
                <a:solidFill>
                  <a:schemeClr val="lt1"/>
                </a:solidFill>
              </a:defRPr>
            </a:lvl1pPr>
            <a:lvl2pPr indent="-292100" lvl="1" marL="914400" algn="l">
              <a:lnSpc>
                <a:spcPct val="100000"/>
              </a:lnSpc>
              <a:spcBef>
                <a:spcPts val="0"/>
              </a:spcBef>
              <a:spcAft>
                <a:spcPts val="0"/>
              </a:spcAft>
              <a:buClr>
                <a:schemeClr val="lt1"/>
              </a:buClr>
              <a:buSzPts val="1000"/>
              <a:buChar char="○"/>
              <a:defRPr sz="1000">
                <a:solidFill>
                  <a:schemeClr val="lt1"/>
                </a:solidFill>
              </a:defRPr>
            </a:lvl2pPr>
            <a:lvl3pPr indent="-292100" lvl="2" marL="1371600" algn="l">
              <a:lnSpc>
                <a:spcPct val="100000"/>
              </a:lnSpc>
              <a:spcBef>
                <a:spcPts val="0"/>
              </a:spcBef>
              <a:spcAft>
                <a:spcPts val="0"/>
              </a:spcAft>
              <a:buClr>
                <a:schemeClr val="lt1"/>
              </a:buClr>
              <a:buSzPts val="1000"/>
              <a:buChar char="■"/>
              <a:defRPr>
                <a:solidFill>
                  <a:schemeClr val="lt1"/>
                </a:solidFill>
              </a:defRPr>
            </a:lvl3pPr>
            <a:lvl4pPr indent="-292100" lvl="3" marL="1828800" algn="l">
              <a:lnSpc>
                <a:spcPct val="100000"/>
              </a:lnSpc>
              <a:spcBef>
                <a:spcPts val="0"/>
              </a:spcBef>
              <a:spcAft>
                <a:spcPts val="0"/>
              </a:spcAft>
              <a:buClr>
                <a:schemeClr val="lt1"/>
              </a:buClr>
              <a:buSzPts val="1000"/>
              <a:buChar char="●"/>
              <a:defRPr>
                <a:solidFill>
                  <a:schemeClr val="lt1"/>
                </a:solidFill>
              </a:defRPr>
            </a:lvl4pPr>
            <a:lvl5pPr indent="-292100" lvl="4" marL="2286000" algn="l">
              <a:lnSpc>
                <a:spcPct val="100000"/>
              </a:lnSpc>
              <a:spcBef>
                <a:spcPts val="0"/>
              </a:spcBef>
              <a:spcAft>
                <a:spcPts val="0"/>
              </a:spcAft>
              <a:buClr>
                <a:schemeClr val="lt1"/>
              </a:buClr>
              <a:buSzPts val="1000"/>
              <a:buChar char="○"/>
              <a:defRPr>
                <a:solidFill>
                  <a:schemeClr val="lt1"/>
                </a:solidFill>
              </a:defRPr>
            </a:lvl5pPr>
            <a:lvl6pPr indent="-292100" lvl="5" marL="2743200" algn="l">
              <a:lnSpc>
                <a:spcPct val="100000"/>
              </a:lnSpc>
              <a:spcBef>
                <a:spcPts val="0"/>
              </a:spcBef>
              <a:spcAft>
                <a:spcPts val="0"/>
              </a:spcAft>
              <a:buClr>
                <a:schemeClr val="lt1"/>
              </a:buClr>
              <a:buSzPts val="1000"/>
              <a:buChar char="■"/>
              <a:defRPr>
                <a:solidFill>
                  <a:schemeClr val="lt1"/>
                </a:solidFill>
              </a:defRPr>
            </a:lvl6pPr>
            <a:lvl7pPr indent="-292100" lvl="6" marL="3200400" algn="l">
              <a:lnSpc>
                <a:spcPct val="100000"/>
              </a:lnSpc>
              <a:spcBef>
                <a:spcPts val="0"/>
              </a:spcBef>
              <a:spcAft>
                <a:spcPts val="0"/>
              </a:spcAft>
              <a:buClr>
                <a:schemeClr val="lt1"/>
              </a:buClr>
              <a:buSzPts val="1000"/>
              <a:buChar char="●"/>
              <a:defRPr>
                <a:solidFill>
                  <a:schemeClr val="lt1"/>
                </a:solidFill>
              </a:defRPr>
            </a:lvl7pPr>
            <a:lvl8pPr indent="-292100" lvl="7" marL="3657600" algn="l">
              <a:lnSpc>
                <a:spcPct val="100000"/>
              </a:lnSpc>
              <a:spcBef>
                <a:spcPts val="0"/>
              </a:spcBef>
              <a:spcAft>
                <a:spcPts val="0"/>
              </a:spcAft>
              <a:buClr>
                <a:schemeClr val="lt1"/>
              </a:buClr>
              <a:buSzPts val="1000"/>
              <a:buChar char="○"/>
              <a:defRPr>
                <a:solidFill>
                  <a:schemeClr val="lt1"/>
                </a:solidFill>
              </a:defRPr>
            </a:lvl8pPr>
            <a:lvl9pPr indent="-292100" lvl="8" marL="4114800" algn="l">
              <a:lnSpc>
                <a:spcPct val="100000"/>
              </a:lnSpc>
              <a:spcBef>
                <a:spcPts val="0"/>
              </a:spcBef>
              <a:spcAft>
                <a:spcPts val="0"/>
              </a:spcAft>
              <a:buClr>
                <a:schemeClr val="lt1"/>
              </a:buClr>
              <a:buSzPts val="1000"/>
              <a:buChar char="■"/>
              <a:defRPr>
                <a:solidFill>
                  <a:schemeClr val="lt1"/>
                </a:solidFill>
              </a:defRPr>
            </a:lvl9pPr>
          </a:lstStyle>
          <a:p/>
        </p:txBody>
      </p:sp>
      <p:sp>
        <p:nvSpPr>
          <p:cNvPr id="22" name="Google Shape;2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25"/>
          <p:cNvSpPr/>
          <p:nvPr>
            <p:ph idx="2" type="pic"/>
          </p:nvPr>
        </p:nvSpPr>
        <p:spPr>
          <a:xfrm>
            <a:off x="3726325" y="669925"/>
            <a:ext cx="5220900" cy="4276800"/>
          </a:xfrm>
          <a:prstGeom prst="round2DiagRect">
            <a:avLst>
              <a:gd fmla="val 16667" name="adj1"/>
              <a:gd fmla="val 0" name="adj2"/>
            </a:avLst>
          </a:prstGeom>
          <a:noFill/>
          <a:ln>
            <a:noFill/>
          </a:ln>
        </p:spPr>
      </p:sp>
      <p:sp>
        <p:nvSpPr>
          <p:cNvPr id="24" name="Google Shape;24;p25"/>
          <p:cNvSpPr txBox="1"/>
          <p:nvPr>
            <p:ph idx="3" type="body"/>
          </p:nvPr>
        </p:nvSpPr>
        <p:spPr>
          <a:xfrm>
            <a:off x="196951" y="196725"/>
            <a:ext cx="18603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lt1"/>
              </a:buClr>
              <a:buSzPts val="800"/>
              <a:buChar char="●"/>
              <a:defRPr sz="800">
                <a:solidFill>
                  <a:schemeClr val="lt1"/>
                </a:solidFill>
              </a:defRPr>
            </a:lvl1pPr>
            <a:lvl2pPr indent="-279400" lvl="1" marL="914400" algn="l">
              <a:lnSpc>
                <a:spcPct val="115000"/>
              </a:lnSpc>
              <a:spcBef>
                <a:spcPts val="0"/>
              </a:spcBef>
              <a:spcAft>
                <a:spcPts val="0"/>
              </a:spcAft>
              <a:buClr>
                <a:schemeClr val="lt1"/>
              </a:buClr>
              <a:buSzPts val="800"/>
              <a:buChar char="○"/>
              <a:defRPr>
                <a:solidFill>
                  <a:schemeClr val="lt1"/>
                </a:solidFill>
              </a:defRPr>
            </a:lvl2pPr>
            <a:lvl3pPr indent="-279400" lvl="2" marL="1371600" algn="l">
              <a:lnSpc>
                <a:spcPct val="115000"/>
              </a:lnSpc>
              <a:spcBef>
                <a:spcPts val="0"/>
              </a:spcBef>
              <a:spcAft>
                <a:spcPts val="0"/>
              </a:spcAft>
              <a:buClr>
                <a:schemeClr val="lt1"/>
              </a:buClr>
              <a:buSzPts val="800"/>
              <a:buChar char="■"/>
              <a:defRPr sz="800">
                <a:solidFill>
                  <a:schemeClr val="lt1"/>
                </a:solidFill>
              </a:defRPr>
            </a:lvl3pPr>
            <a:lvl4pPr indent="-279400" lvl="3" marL="1828800" algn="l">
              <a:lnSpc>
                <a:spcPct val="115000"/>
              </a:lnSpc>
              <a:spcBef>
                <a:spcPts val="0"/>
              </a:spcBef>
              <a:spcAft>
                <a:spcPts val="0"/>
              </a:spcAft>
              <a:buClr>
                <a:schemeClr val="lt1"/>
              </a:buClr>
              <a:buSzPts val="800"/>
              <a:buChar char="●"/>
              <a:defRPr sz="800">
                <a:solidFill>
                  <a:schemeClr val="lt1"/>
                </a:solidFill>
              </a:defRPr>
            </a:lvl4pPr>
            <a:lvl5pPr indent="-279400" lvl="4" marL="2286000" algn="l">
              <a:lnSpc>
                <a:spcPct val="115000"/>
              </a:lnSpc>
              <a:spcBef>
                <a:spcPts val="0"/>
              </a:spcBef>
              <a:spcAft>
                <a:spcPts val="0"/>
              </a:spcAft>
              <a:buClr>
                <a:schemeClr val="lt1"/>
              </a:buClr>
              <a:buSzPts val="800"/>
              <a:buChar char="○"/>
              <a:defRPr sz="800">
                <a:solidFill>
                  <a:schemeClr val="lt1"/>
                </a:solidFill>
              </a:defRPr>
            </a:lvl5pPr>
            <a:lvl6pPr indent="-279400" lvl="5" marL="2743200" algn="l">
              <a:lnSpc>
                <a:spcPct val="115000"/>
              </a:lnSpc>
              <a:spcBef>
                <a:spcPts val="0"/>
              </a:spcBef>
              <a:spcAft>
                <a:spcPts val="0"/>
              </a:spcAft>
              <a:buClr>
                <a:schemeClr val="lt1"/>
              </a:buClr>
              <a:buSzPts val="800"/>
              <a:buChar char="■"/>
              <a:defRPr sz="800">
                <a:solidFill>
                  <a:schemeClr val="lt1"/>
                </a:solidFill>
              </a:defRPr>
            </a:lvl6pPr>
            <a:lvl7pPr indent="-279400" lvl="6" marL="3200400" algn="l">
              <a:lnSpc>
                <a:spcPct val="115000"/>
              </a:lnSpc>
              <a:spcBef>
                <a:spcPts val="0"/>
              </a:spcBef>
              <a:spcAft>
                <a:spcPts val="0"/>
              </a:spcAft>
              <a:buClr>
                <a:schemeClr val="lt1"/>
              </a:buClr>
              <a:buSzPts val="800"/>
              <a:buChar char="●"/>
              <a:defRPr sz="800">
                <a:solidFill>
                  <a:schemeClr val="lt1"/>
                </a:solidFill>
              </a:defRPr>
            </a:lvl7pPr>
            <a:lvl8pPr indent="-279400" lvl="7" marL="3657600" algn="l">
              <a:lnSpc>
                <a:spcPct val="115000"/>
              </a:lnSpc>
              <a:spcBef>
                <a:spcPts val="0"/>
              </a:spcBef>
              <a:spcAft>
                <a:spcPts val="0"/>
              </a:spcAft>
              <a:buClr>
                <a:schemeClr val="lt1"/>
              </a:buClr>
              <a:buSzPts val="800"/>
              <a:buChar char="○"/>
              <a:defRPr sz="800">
                <a:solidFill>
                  <a:schemeClr val="lt1"/>
                </a:solidFill>
              </a:defRPr>
            </a:lvl8pPr>
            <a:lvl9pPr indent="-279400" lvl="8" marL="4114800" algn="l">
              <a:lnSpc>
                <a:spcPct val="115000"/>
              </a:lnSpc>
              <a:spcBef>
                <a:spcPts val="0"/>
              </a:spcBef>
              <a:spcAft>
                <a:spcPts val="0"/>
              </a:spcAft>
              <a:buClr>
                <a:schemeClr val="lt1"/>
              </a:buClr>
              <a:buSzPts val="800"/>
              <a:buChar char="■"/>
              <a:defRPr sz="800">
                <a:solidFill>
                  <a:schemeClr val="lt1"/>
                </a:solidFill>
              </a:defRPr>
            </a:lvl9pPr>
          </a:lstStyle>
          <a:p/>
        </p:txBody>
      </p:sp>
      <p:sp>
        <p:nvSpPr>
          <p:cNvPr id="25" name="Google Shape;25;p25"/>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lt1"/>
              </a:buClr>
              <a:buSzPts val="800"/>
              <a:buChar char="●"/>
              <a:defRPr sz="800">
                <a:solidFill>
                  <a:schemeClr val="lt1"/>
                </a:solidFill>
              </a:defRPr>
            </a:lvl1pPr>
            <a:lvl2pPr indent="-279400" lvl="1" marL="914400" algn="r">
              <a:lnSpc>
                <a:spcPct val="115000"/>
              </a:lnSpc>
              <a:spcBef>
                <a:spcPts val="0"/>
              </a:spcBef>
              <a:spcAft>
                <a:spcPts val="0"/>
              </a:spcAft>
              <a:buClr>
                <a:schemeClr val="lt1"/>
              </a:buClr>
              <a:buSzPts val="800"/>
              <a:buChar char="○"/>
              <a:defRPr>
                <a:solidFill>
                  <a:schemeClr val="lt1"/>
                </a:solidFill>
              </a:defRPr>
            </a:lvl2pPr>
            <a:lvl3pPr indent="-279400" lvl="2" marL="1371600" algn="r">
              <a:lnSpc>
                <a:spcPct val="115000"/>
              </a:lnSpc>
              <a:spcBef>
                <a:spcPts val="0"/>
              </a:spcBef>
              <a:spcAft>
                <a:spcPts val="0"/>
              </a:spcAft>
              <a:buClr>
                <a:schemeClr val="lt1"/>
              </a:buClr>
              <a:buSzPts val="800"/>
              <a:buChar char="■"/>
              <a:defRPr sz="800">
                <a:solidFill>
                  <a:schemeClr val="lt1"/>
                </a:solidFill>
              </a:defRPr>
            </a:lvl3pPr>
            <a:lvl4pPr indent="-279400" lvl="3" marL="1828800" algn="r">
              <a:lnSpc>
                <a:spcPct val="115000"/>
              </a:lnSpc>
              <a:spcBef>
                <a:spcPts val="0"/>
              </a:spcBef>
              <a:spcAft>
                <a:spcPts val="0"/>
              </a:spcAft>
              <a:buClr>
                <a:schemeClr val="lt1"/>
              </a:buClr>
              <a:buSzPts val="800"/>
              <a:buChar char="●"/>
              <a:defRPr sz="800">
                <a:solidFill>
                  <a:schemeClr val="lt1"/>
                </a:solidFill>
              </a:defRPr>
            </a:lvl4pPr>
            <a:lvl5pPr indent="-279400" lvl="4" marL="2286000" algn="r">
              <a:lnSpc>
                <a:spcPct val="115000"/>
              </a:lnSpc>
              <a:spcBef>
                <a:spcPts val="0"/>
              </a:spcBef>
              <a:spcAft>
                <a:spcPts val="0"/>
              </a:spcAft>
              <a:buClr>
                <a:schemeClr val="lt1"/>
              </a:buClr>
              <a:buSzPts val="800"/>
              <a:buChar char="○"/>
              <a:defRPr sz="800">
                <a:solidFill>
                  <a:schemeClr val="lt1"/>
                </a:solidFill>
              </a:defRPr>
            </a:lvl5pPr>
            <a:lvl6pPr indent="-279400" lvl="5" marL="2743200" algn="r">
              <a:lnSpc>
                <a:spcPct val="115000"/>
              </a:lnSpc>
              <a:spcBef>
                <a:spcPts val="0"/>
              </a:spcBef>
              <a:spcAft>
                <a:spcPts val="0"/>
              </a:spcAft>
              <a:buClr>
                <a:schemeClr val="lt1"/>
              </a:buClr>
              <a:buSzPts val="800"/>
              <a:buChar char="■"/>
              <a:defRPr sz="800">
                <a:solidFill>
                  <a:schemeClr val="lt1"/>
                </a:solidFill>
              </a:defRPr>
            </a:lvl6pPr>
            <a:lvl7pPr indent="-279400" lvl="6" marL="3200400" algn="r">
              <a:lnSpc>
                <a:spcPct val="115000"/>
              </a:lnSpc>
              <a:spcBef>
                <a:spcPts val="0"/>
              </a:spcBef>
              <a:spcAft>
                <a:spcPts val="0"/>
              </a:spcAft>
              <a:buClr>
                <a:schemeClr val="lt1"/>
              </a:buClr>
              <a:buSzPts val="800"/>
              <a:buChar char="●"/>
              <a:defRPr sz="800">
                <a:solidFill>
                  <a:schemeClr val="lt1"/>
                </a:solidFill>
              </a:defRPr>
            </a:lvl7pPr>
            <a:lvl8pPr indent="-279400" lvl="7" marL="3657600" algn="r">
              <a:lnSpc>
                <a:spcPct val="115000"/>
              </a:lnSpc>
              <a:spcBef>
                <a:spcPts val="0"/>
              </a:spcBef>
              <a:spcAft>
                <a:spcPts val="0"/>
              </a:spcAft>
              <a:buClr>
                <a:schemeClr val="lt1"/>
              </a:buClr>
              <a:buSzPts val="800"/>
              <a:buChar char="○"/>
              <a:defRPr sz="800">
                <a:solidFill>
                  <a:schemeClr val="lt1"/>
                </a:solidFill>
              </a:defRPr>
            </a:lvl8pPr>
            <a:lvl9pPr indent="-279400" lvl="8" marL="4114800" algn="r">
              <a:lnSpc>
                <a:spcPct val="115000"/>
              </a:lnSpc>
              <a:spcBef>
                <a:spcPts val="0"/>
              </a:spcBef>
              <a:spcAft>
                <a:spcPts val="0"/>
              </a:spcAft>
              <a:buClr>
                <a:schemeClr val="lt1"/>
              </a:buClr>
              <a:buSzPts val="800"/>
              <a:buChar char="■"/>
              <a:defRPr sz="800">
                <a:solidFill>
                  <a:schemeClr val="lt1"/>
                </a:solidFill>
              </a:defRPr>
            </a:lvl9pPr>
          </a:lstStyle>
          <a:p/>
        </p:txBody>
      </p:sp>
      <p:sp>
        <p:nvSpPr>
          <p:cNvPr id="26" name="Google Shape;26;p25"/>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2">
  <p:cSld name="TITLE_AND_BODY_1">
    <p:bg>
      <p:bgPr>
        <a:solidFill>
          <a:schemeClr val="dk1"/>
        </a:solidFill>
      </p:bgPr>
    </p:bg>
    <p:spTree>
      <p:nvGrpSpPr>
        <p:cNvPr id="27" name="Shape 27"/>
        <p:cNvGrpSpPr/>
        <p:nvPr/>
      </p:nvGrpSpPr>
      <p:grpSpPr>
        <a:xfrm>
          <a:off x="0" y="0"/>
          <a:ext cx="0" cy="0"/>
          <a:chOff x="0" y="0"/>
          <a:chExt cx="0" cy="0"/>
        </a:xfrm>
      </p:grpSpPr>
      <p:sp>
        <p:nvSpPr>
          <p:cNvPr id="28" name="Google Shape;28;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9" name="Google Shape;29;p26"/>
          <p:cNvSpPr txBox="1"/>
          <p:nvPr>
            <p:ph idx="1" type="subTitle"/>
          </p:nvPr>
        </p:nvSpPr>
        <p:spPr>
          <a:xfrm>
            <a:off x="975300" y="1864050"/>
            <a:ext cx="7193400" cy="1415400"/>
          </a:xfrm>
          <a:prstGeom prst="rect">
            <a:avLst/>
          </a:prstGeom>
          <a:noFill/>
          <a:ln>
            <a:noFill/>
          </a:ln>
        </p:spPr>
        <p:txBody>
          <a:bodyPr anchorCtr="0" anchor="ctr" bIns="91425" lIns="91425" spcFirstLastPara="1" rIns="91425" wrap="square" tIns="91425">
            <a:spAutoFit/>
          </a:bodyPr>
          <a:lstStyle>
            <a:lvl1pPr lvl="0"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1pPr>
            <a:lvl2pPr lvl="1"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2pPr>
            <a:lvl3pPr lvl="2"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3pPr>
            <a:lvl4pPr lvl="3"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4pPr>
            <a:lvl5pPr lvl="4"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5pPr>
            <a:lvl6pPr lvl="5"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6pPr>
            <a:lvl7pPr lvl="6"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7pPr>
            <a:lvl8pPr lvl="7"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8pPr>
            <a:lvl9pPr lvl="8" algn="ctr">
              <a:lnSpc>
                <a:spcPct val="100000"/>
              </a:lnSpc>
              <a:spcBef>
                <a:spcPts val="0"/>
              </a:spcBef>
              <a:spcAft>
                <a:spcPts val="0"/>
              </a:spcAft>
              <a:buClr>
                <a:schemeClr val="lt1"/>
              </a:buClr>
              <a:buSzPts val="2650"/>
              <a:buFont typeface="Merriweather"/>
              <a:buNone/>
              <a:defRPr sz="2650">
                <a:solidFill>
                  <a:schemeClr val="lt1"/>
                </a:solidFill>
                <a:latin typeface="Merriweather"/>
                <a:ea typeface="Merriweather"/>
                <a:cs typeface="Merriweather"/>
                <a:sym typeface="Merriweather"/>
              </a:defRPr>
            </a:lvl9pPr>
          </a:lstStyle>
          <a:p/>
        </p:txBody>
      </p:sp>
      <p:sp>
        <p:nvSpPr>
          <p:cNvPr id="30" name="Google Shape;30;p26"/>
          <p:cNvSpPr txBox="1"/>
          <p:nvPr>
            <p:ph idx="2" type="body"/>
          </p:nvPr>
        </p:nvSpPr>
        <p:spPr>
          <a:xfrm>
            <a:off x="196951" y="196725"/>
            <a:ext cx="18603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lt1"/>
              </a:buClr>
              <a:buSzPts val="800"/>
              <a:buChar char="●"/>
              <a:defRPr sz="800">
                <a:solidFill>
                  <a:schemeClr val="lt1"/>
                </a:solidFill>
              </a:defRPr>
            </a:lvl1pPr>
            <a:lvl2pPr indent="-279400" lvl="1" marL="914400" algn="l">
              <a:lnSpc>
                <a:spcPct val="115000"/>
              </a:lnSpc>
              <a:spcBef>
                <a:spcPts val="0"/>
              </a:spcBef>
              <a:spcAft>
                <a:spcPts val="0"/>
              </a:spcAft>
              <a:buClr>
                <a:schemeClr val="lt1"/>
              </a:buClr>
              <a:buSzPts val="800"/>
              <a:buChar char="○"/>
              <a:defRPr>
                <a:solidFill>
                  <a:schemeClr val="lt1"/>
                </a:solidFill>
              </a:defRPr>
            </a:lvl2pPr>
            <a:lvl3pPr indent="-279400" lvl="2" marL="1371600" algn="l">
              <a:lnSpc>
                <a:spcPct val="115000"/>
              </a:lnSpc>
              <a:spcBef>
                <a:spcPts val="0"/>
              </a:spcBef>
              <a:spcAft>
                <a:spcPts val="0"/>
              </a:spcAft>
              <a:buClr>
                <a:schemeClr val="lt1"/>
              </a:buClr>
              <a:buSzPts val="800"/>
              <a:buChar char="■"/>
              <a:defRPr sz="800">
                <a:solidFill>
                  <a:schemeClr val="lt1"/>
                </a:solidFill>
              </a:defRPr>
            </a:lvl3pPr>
            <a:lvl4pPr indent="-279400" lvl="3" marL="1828800" algn="l">
              <a:lnSpc>
                <a:spcPct val="115000"/>
              </a:lnSpc>
              <a:spcBef>
                <a:spcPts val="0"/>
              </a:spcBef>
              <a:spcAft>
                <a:spcPts val="0"/>
              </a:spcAft>
              <a:buClr>
                <a:schemeClr val="lt1"/>
              </a:buClr>
              <a:buSzPts val="800"/>
              <a:buChar char="●"/>
              <a:defRPr sz="800">
                <a:solidFill>
                  <a:schemeClr val="lt1"/>
                </a:solidFill>
              </a:defRPr>
            </a:lvl4pPr>
            <a:lvl5pPr indent="-279400" lvl="4" marL="2286000" algn="l">
              <a:lnSpc>
                <a:spcPct val="115000"/>
              </a:lnSpc>
              <a:spcBef>
                <a:spcPts val="0"/>
              </a:spcBef>
              <a:spcAft>
                <a:spcPts val="0"/>
              </a:spcAft>
              <a:buClr>
                <a:schemeClr val="lt1"/>
              </a:buClr>
              <a:buSzPts val="800"/>
              <a:buChar char="○"/>
              <a:defRPr sz="800">
                <a:solidFill>
                  <a:schemeClr val="lt1"/>
                </a:solidFill>
              </a:defRPr>
            </a:lvl5pPr>
            <a:lvl6pPr indent="-279400" lvl="5" marL="2743200" algn="l">
              <a:lnSpc>
                <a:spcPct val="115000"/>
              </a:lnSpc>
              <a:spcBef>
                <a:spcPts val="0"/>
              </a:spcBef>
              <a:spcAft>
                <a:spcPts val="0"/>
              </a:spcAft>
              <a:buClr>
                <a:schemeClr val="lt1"/>
              </a:buClr>
              <a:buSzPts val="800"/>
              <a:buChar char="■"/>
              <a:defRPr sz="800">
                <a:solidFill>
                  <a:schemeClr val="lt1"/>
                </a:solidFill>
              </a:defRPr>
            </a:lvl6pPr>
            <a:lvl7pPr indent="-279400" lvl="6" marL="3200400" algn="l">
              <a:lnSpc>
                <a:spcPct val="115000"/>
              </a:lnSpc>
              <a:spcBef>
                <a:spcPts val="0"/>
              </a:spcBef>
              <a:spcAft>
                <a:spcPts val="0"/>
              </a:spcAft>
              <a:buClr>
                <a:schemeClr val="lt1"/>
              </a:buClr>
              <a:buSzPts val="800"/>
              <a:buChar char="●"/>
              <a:defRPr sz="800">
                <a:solidFill>
                  <a:schemeClr val="lt1"/>
                </a:solidFill>
              </a:defRPr>
            </a:lvl7pPr>
            <a:lvl8pPr indent="-279400" lvl="7" marL="3657600" algn="l">
              <a:lnSpc>
                <a:spcPct val="115000"/>
              </a:lnSpc>
              <a:spcBef>
                <a:spcPts val="0"/>
              </a:spcBef>
              <a:spcAft>
                <a:spcPts val="0"/>
              </a:spcAft>
              <a:buClr>
                <a:schemeClr val="lt1"/>
              </a:buClr>
              <a:buSzPts val="800"/>
              <a:buChar char="○"/>
              <a:defRPr sz="800">
                <a:solidFill>
                  <a:schemeClr val="lt1"/>
                </a:solidFill>
              </a:defRPr>
            </a:lvl8pPr>
            <a:lvl9pPr indent="-279400" lvl="8" marL="4114800" algn="l">
              <a:lnSpc>
                <a:spcPct val="115000"/>
              </a:lnSpc>
              <a:spcBef>
                <a:spcPts val="0"/>
              </a:spcBef>
              <a:spcAft>
                <a:spcPts val="0"/>
              </a:spcAft>
              <a:buClr>
                <a:schemeClr val="lt1"/>
              </a:buClr>
              <a:buSzPts val="800"/>
              <a:buChar char="■"/>
              <a:defRPr sz="800">
                <a:solidFill>
                  <a:schemeClr val="lt1"/>
                </a:solidFill>
              </a:defRPr>
            </a:lvl9pPr>
          </a:lstStyle>
          <a:p/>
        </p:txBody>
      </p:sp>
      <p:sp>
        <p:nvSpPr>
          <p:cNvPr id="31" name="Google Shape;31;p26"/>
          <p:cNvSpPr txBox="1"/>
          <p:nvPr>
            <p:ph idx="3"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lt1"/>
              </a:buClr>
              <a:buSzPts val="800"/>
              <a:buChar char="●"/>
              <a:defRPr sz="800">
                <a:solidFill>
                  <a:schemeClr val="lt1"/>
                </a:solidFill>
              </a:defRPr>
            </a:lvl1pPr>
            <a:lvl2pPr indent="-279400" lvl="1" marL="914400" algn="r">
              <a:lnSpc>
                <a:spcPct val="115000"/>
              </a:lnSpc>
              <a:spcBef>
                <a:spcPts val="0"/>
              </a:spcBef>
              <a:spcAft>
                <a:spcPts val="0"/>
              </a:spcAft>
              <a:buClr>
                <a:schemeClr val="lt1"/>
              </a:buClr>
              <a:buSzPts val="800"/>
              <a:buChar char="○"/>
              <a:defRPr>
                <a:solidFill>
                  <a:schemeClr val="lt1"/>
                </a:solidFill>
              </a:defRPr>
            </a:lvl2pPr>
            <a:lvl3pPr indent="-279400" lvl="2" marL="1371600" algn="r">
              <a:lnSpc>
                <a:spcPct val="115000"/>
              </a:lnSpc>
              <a:spcBef>
                <a:spcPts val="0"/>
              </a:spcBef>
              <a:spcAft>
                <a:spcPts val="0"/>
              </a:spcAft>
              <a:buClr>
                <a:schemeClr val="lt1"/>
              </a:buClr>
              <a:buSzPts val="800"/>
              <a:buChar char="■"/>
              <a:defRPr sz="800">
                <a:solidFill>
                  <a:schemeClr val="lt1"/>
                </a:solidFill>
              </a:defRPr>
            </a:lvl3pPr>
            <a:lvl4pPr indent="-279400" lvl="3" marL="1828800" algn="r">
              <a:lnSpc>
                <a:spcPct val="115000"/>
              </a:lnSpc>
              <a:spcBef>
                <a:spcPts val="0"/>
              </a:spcBef>
              <a:spcAft>
                <a:spcPts val="0"/>
              </a:spcAft>
              <a:buClr>
                <a:schemeClr val="lt1"/>
              </a:buClr>
              <a:buSzPts val="800"/>
              <a:buChar char="●"/>
              <a:defRPr sz="800">
                <a:solidFill>
                  <a:schemeClr val="lt1"/>
                </a:solidFill>
              </a:defRPr>
            </a:lvl4pPr>
            <a:lvl5pPr indent="-279400" lvl="4" marL="2286000" algn="r">
              <a:lnSpc>
                <a:spcPct val="115000"/>
              </a:lnSpc>
              <a:spcBef>
                <a:spcPts val="0"/>
              </a:spcBef>
              <a:spcAft>
                <a:spcPts val="0"/>
              </a:spcAft>
              <a:buClr>
                <a:schemeClr val="lt1"/>
              </a:buClr>
              <a:buSzPts val="800"/>
              <a:buChar char="○"/>
              <a:defRPr sz="800">
                <a:solidFill>
                  <a:schemeClr val="lt1"/>
                </a:solidFill>
              </a:defRPr>
            </a:lvl5pPr>
            <a:lvl6pPr indent="-279400" lvl="5" marL="2743200" algn="r">
              <a:lnSpc>
                <a:spcPct val="115000"/>
              </a:lnSpc>
              <a:spcBef>
                <a:spcPts val="0"/>
              </a:spcBef>
              <a:spcAft>
                <a:spcPts val="0"/>
              </a:spcAft>
              <a:buClr>
                <a:schemeClr val="lt1"/>
              </a:buClr>
              <a:buSzPts val="800"/>
              <a:buChar char="■"/>
              <a:defRPr sz="800">
                <a:solidFill>
                  <a:schemeClr val="lt1"/>
                </a:solidFill>
              </a:defRPr>
            </a:lvl6pPr>
            <a:lvl7pPr indent="-279400" lvl="6" marL="3200400" algn="r">
              <a:lnSpc>
                <a:spcPct val="115000"/>
              </a:lnSpc>
              <a:spcBef>
                <a:spcPts val="0"/>
              </a:spcBef>
              <a:spcAft>
                <a:spcPts val="0"/>
              </a:spcAft>
              <a:buClr>
                <a:schemeClr val="lt1"/>
              </a:buClr>
              <a:buSzPts val="800"/>
              <a:buChar char="●"/>
              <a:defRPr sz="800">
                <a:solidFill>
                  <a:schemeClr val="lt1"/>
                </a:solidFill>
              </a:defRPr>
            </a:lvl7pPr>
            <a:lvl8pPr indent="-279400" lvl="7" marL="3657600" algn="r">
              <a:lnSpc>
                <a:spcPct val="115000"/>
              </a:lnSpc>
              <a:spcBef>
                <a:spcPts val="0"/>
              </a:spcBef>
              <a:spcAft>
                <a:spcPts val="0"/>
              </a:spcAft>
              <a:buClr>
                <a:schemeClr val="lt1"/>
              </a:buClr>
              <a:buSzPts val="800"/>
              <a:buChar char="○"/>
              <a:defRPr sz="800">
                <a:solidFill>
                  <a:schemeClr val="lt1"/>
                </a:solidFill>
              </a:defRPr>
            </a:lvl8pPr>
            <a:lvl9pPr indent="-279400" lvl="8" marL="4114800" algn="r">
              <a:lnSpc>
                <a:spcPct val="115000"/>
              </a:lnSpc>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type="tx">
  <p:cSld name="TITLE_AND_BODY">
    <p:spTree>
      <p:nvGrpSpPr>
        <p:cNvPr id="32" name="Shape 32"/>
        <p:cNvGrpSpPr/>
        <p:nvPr/>
      </p:nvGrpSpPr>
      <p:grpSpPr>
        <a:xfrm>
          <a:off x="0" y="0"/>
          <a:ext cx="0" cy="0"/>
          <a:chOff x="0" y="0"/>
          <a:chExt cx="0" cy="0"/>
        </a:xfrm>
      </p:grpSpPr>
      <p:sp>
        <p:nvSpPr>
          <p:cNvPr id="33" name="Google Shape;33;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22"/>
          <p:cNvSpPr txBox="1"/>
          <p:nvPr>
            <p:ph idx="1" type="subTitle"/>
          </p:nvPr>
        </p:nvSpPr>
        <p:spPr>
          <a:xfrm>
            <a:off x="975300" y="1864050"/>
            <a:ext cx="7193400" cy="1415400"/>
          </a:xfrm>
          <a:prstGeom prst="rect">
            <a:avLst/>
          </a:prstGeom>
          <a:noFill/>
          <a:ln>
            <a:noFill/>
          </a:ln>
        </p:spPr>
        <p:txBody>
          <a:bodyPr anchorCtr="0" anchor="ctr" bIns="91425" lIns="91425" spcFirstLastPara="1" rIns="91425" wrap="square" tIns="91425">
            <a:spAutoFit/>
          </a:bodyPr>
          <a:lstStyle>
            <a:lvl1pPr lvl="0"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1pPr>
            <a:lvl2pPr lvl="1"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2pPr>
            <a:lvl3pPr lvl="2"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3pPr>
            <a:lvl4pPr lvl="3"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4pPr>
            <a:lvl5pPr lvl="4"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5pPr>
            <a:lvl6pPr lvl="5"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6pPr>
            <a:lvl7pPr lvl="6"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7pPr>
            <a:lvl8pPr lvl="7"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8pPr>
            <a:lvl9pPr lvl="8" algn="ctr">
              <a:lnSpc>
                <a:spcPct val="100000"/>
              </a:lnSpc>
              <a:spcBef>
                <a:spcPts val="0"/>
              </a:spcBef>
              <a:spcAft>
                <a:spcPts val="0"/>
              </a:spcAft>
              <a:buClr>
                <a:schemeClr val="dk1"/>
              </a:buClr>
              <a:buSzPts val="2650"/>
              <a:buFont typeface="Merriweather"/>
              <a:buNone/>
              <a:defRPr sz="2650">
                <a:solidFill>
                  <a:schemeClr val="dk1"/>
                </a:solidFill>
                <a:latin typeface="Merriweather"/>
                <a:ea typeface="Merriweather"/>
                <a:cs typeface="Merriweather"/>
                <a:sym typeface="Merriweather"/>
              </a:defRPr>
            </a:lvl9pPr>
          </a:lstStyle>
          <a:p/>
        </p:txBody>
      </p:sp>
      <p:sp>
        <p:nvSpPr>
          <p:cNvPr id="35" name="Google Shape;35;p22"/>
          <p:cNvSpPr txBox="1"/>
          <p:nvPr>
            <p:ph idx="2" type="body"/>
          </p:nvPr>
        </p:nvSpPr>
        <p:spPr>
          <a:xfrm>
            <a:off x="196951" y="196725"/>
            <a:ext cx="18591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dk1"/>
              </a:buClr>
              <a:buSzPts val="800"/>
              <a:buChar char="●"/>
              <a:defRPr sz="800">
                <a:solidFill>
                  <a:schemeClr val="dk1"/>
                </a:solidFill>
              </a:defRPr>
            </a:lvl1pPr>
            <a:lvl2pPr indent="-279400" lvl="1" marL="914400" algn="l">
              <a:lnSpc>
                <a:spcPct val="115000"/>
              </a:lnSpc>
              <a:spcBef>
                <a:spcPts val="0"/>
              </a:spcBef>
              <a:spcAft>
                <a:spcPts val="0"/>
              </a:spcAft>
              <a:buClr>
                <a:schemeClr val="dk1"/>
              </a:buClr>
              <a:buSzPts val="800"/>
              <a:buChar char="○"/>
              <a:defRPr>
                <a:solidFill>
                  <a:schemeClr val="dk1"/>
                </a:solidFill>
              </a:defRPr>
            </a:lvl2pPr>
            <a:lvl3pPr indent="-279400" lvl="2" marL="1371600" algn="l">
              <a:lnSpc>
                <a:spcPct val="115000"/>
              </a:lnSpc>
              <a:spcBef>
                <a:spcPts val="0"/>
              </a:spcBef>
              <a:spcAft>
                <a:spcPts val="0"/>
              </a:spcAft>
              <a:buClr>
                <a:schemeClr val="dk1"/>
              </a:buClr>
              <a:buSzPts val="800"/>
              <a:buChar char="■"/>
              <a:defRPr sz="800">
                <a:solidFill>
                  <a:schemeClr val="dk1"/>
                </a:solidFill>
              </a:defRPr>
            </a:lvl3pPr>
            <a:lvl4pPr indent="-279400" lvl="3" marL="1828800" algn="l">
              <a:lnSpc>
                <a:spcPct val="115000"/>
              </a:lnSpc>
              <a:spcBef>
                <a:spcPts val="0"/>
              </a:spcBef>
              <a:spcAft>
                <a:spcPts val="0"/>
              </a:spcAft>
              <a:buClr>
                <a:schemeClr val="dk1"/>
              </a:buClr>
              <a:buSzPts val="800"/>
              <a:buChar char="●"/>
              <a:defRPr sz="800">
                <a:solidFill>
                  <a:schemeClr val="dk1"/>
                </a:solidFill>
              </a:defRPr>
            </a:lvl4pPr>
            <a:lvl5pPr indent="-279400" lvl="4" marL="2286000" algn="l">
              <a:lnSpc>
                <a:spcPct val="115000"/>
              </a:lnSpc>
              <a:spcBef>
                <a:spcPts val="0"/>
              </a:spcBef>
              <a:spcAft>
                <a:spcPts val="0"/>
              </a:spcAft>
              <a:buClr>
                <a:schemeClr val="dk1"/>
              </a:buClr>
              <a:buSzPts val="800"/>
              <a:buChar char="○"/>
              <a:defRPr sz="800">
                <a:solidFill>
                  <a:schemeClr val="dk1"/>
                </a:solidFill>
              </a:defRPr>
            </a:lvl5pPr>
            <a:lvl6pPr indent="-279400" lvl="5" marL="2743200" algn="l">
              <a:lnSpc>
                <a:spcPct val="115000"/>
              </a:lnSpc>
              <a:spcBef>
                <a:spcPts val="0"/>
              </a:spcBef>
              <a:spcAft>
                <a:spcPts val="0"/>
              </a:spcAft>
              <a:buClr>
                <a:schemeClr val="dk1"/>
              </a:buClr>
              <a:buSzPts val="800"/>
              <a:buChar char="■"/>
              <a:defRPr sz="800">
                <a:solidFill>
                  <a:schemeClr val="dk1"/>
                </a:solidFill>
              </a:defRPr>
            </a:lvl6pPr>
            <a:lvl7pPr indent="-279400" lvl="6" marL="3200400" algn="l">
              <a:lnSpc>
                <a:spcPct val="115000"/>
              </a:lnSpc>
              <a:spcBef>
                <a:spcPts val="0"/>
              </a:spcBef>
              <a:spcAft>
                <a:spcPts val="0"/>
              </a:spcAft>
              <a:buClr>
                <a:schemeClr val="dk1"/>
              </a:buClr>
              <a:buSzPts val="800"/>
              <a:buChar char="●"/>
              <a:defRPr sz="800">
                <a:solidFill>
                  <a:schemeClr val="dk1"/>
                </a:solidFill>
              </a:defRPr>
            </a:lvl7pPr>
            <a:lvl8pPr indent="-279400" lvl="7" marL="3657600" algn="l">
              <a:lnSpc>
                <a:spcPct val="115000"/>
              </a:lnSpc>
              <a:spcBef>
                <a:spcPts val="0"/>
              </a:spcBef>
              <a:spcAft>
                <a:spcPts val="0"/>
              </a:spcAft>
              <a:buClr>
                <a:schemeClr val="dk1"/>
              </a:buClr>
              <a:buSzPts val="800"/>
              <a:buChar char="○"/>
              <a:defRPr sz="800">
                <a:solidFill>
                  <a:schemeClr val="dk1"/>
                </a:solidFill>
              </a:defRPr>
            </a:lvl8pPr>
            <a:lvl9pPr indent="-279400" lvl="8" marL="4114800" algn="l">
              <a:lnSpc>
                <a:spcPct val="115000"/>
              </a:lnSpc>
              <a:spcBef>
                <a:spcPts val="0"/>
              </a:spcBef>
              <a:spcAft>
                <a:spcPts val="0"/>
              </a:spcAft>
              <a:buClr>
                <a:schemeClr val="dk1"/>
              </a:buClr>
              <a:buSzPts val="800"/>
              <a:buChar char="■"/>
              <a:defRPr sz="800">
                <a:solidFill>
                  <a:schemeClr val="dk1"/>
                </a:solidFill>
              </a:defRPr>
            </a:lvl9pPr>
          </a:lstStyle>
          <a:p/>
        </p:txBody>
      </p:sp>
      <p:sp>
        <p:nvSpPr>
          <p:cNvPr id="36" name="Google Shape;36;p22"/>
          <p:cNvSpPr txBox="1"/>
          <p:nvPr>
            <p:ph idx="3"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dk1"/>
              </a:buClr>
              <a:buSzPts val="800"/>
              <a:buChar char="●"/>
              <a:defRPr sz="800">
                <a:solidFill>
                  <a:schemeClr val="dk1"/>
                </a:solidFill>
              </a:defRPr>
            </a:lvl1pPr>
            <a:lvl2pPr indent="-279400" lvl="1" marL="914400" algn="r">
              <a:lnSpc>
                <a:spcPct val="115000"/>
              </a:lnSpc>
              <a:spcBef>
                <a:spcPts val="0"/>
              </a:spcBef>
              <a:spcAft>
                <a:spcPts val="0"/>
              </a:spcAft>
              <a:buClr>
                <a:schemeClr val="dk1"/>
              </a:buClr>
              <a:buSzPts val="800"/>
              <a:buChar char="○"/>
              <a:defRPr>
                <a:solidFill>
                  <a:schemeClr val="dk1"/>
                </a:solidFill>
              </a:defRPr>
            </a:lvl2pPr>
            <a:lvl3pPr indent="-279400" lvl="2" marL="1371600" algn="r">
              <a:lnSpc>
                <a:spcPct val="115000"/>
              </a:lnSpc>
              <a:spcBef>
                <a:spcPts val="0"/>
              </a:spcBef>
              <a:spcAft>
                <a:spcPts val="0"/>
              </a:spcAft>
              <a:buClr>
                <a:schemeClr val="dk1"/>
              </a:buClr>
              <a:buSzPts val="800"/>
              <a:buChar char="■"/>
              <a:defRPr sz="800">
                <a:solidFill>
                  <a:schemeClr val="dk1"/>
                </a:solidFill>
              </a:defRPr>
            </a:lvl3pPr>
            <a:lvl4pPr indent="-279400" lvl="3" marL="1828800" algn="r">
              <a:lnSpc>
                <a:spcPct val="115000"/>
              </a:lnSpc>
              <a:spcBef>
                <a:spcPts val="0"/>
              </a:spcBef>
              <a:spcAft>
                <a:spcPts val="0"/>
              </a:spcAft>
              <a:buClr>
                <a:schemeClr val="dk1"/>
              </a:buClr>
              <a:buSzPts val="800"/>
              <a:buChar char="●"/>
              <a:defRPr sz="800">
                <a:solidFill>
                  <a:schemeClr val="dk1"/>
                </a:solidFill>
              </a:defRPr>
            </a:lvl4pPr>
            <a:lvl5pPr indent="-279400" lvl="4" marL="2286000" algn="r">
              <a:lnSpc>
                <a:spcPct val="115000"/>
              </a:lnSpc>
              <a:spcBef>
                <a:spcPts val="0"/>
              </a:spcBef>
              <a:spcAft>
                <a:spcPts val="0"/>
              </a:spcAft>
              <a:buClr>
                <a:schemeClr val="dk1"/>
              </a:buClr>
              <a:buSzPts val="800"/>
              <a:buChar char="○"/>
              <a:defRPr sz="800">
                <a:solidFill>
                  <a:schemeClr val="dk1"/>
                </a:solidFill>
              </a:defRPr>
            </a:lvl5pPr>
            <a:lvl6pPr indent="-279400" lvl="5" marL="2743200" algn="r">
              <a:lnSpc>
                <a:spcPct val="115000"/>
              </a:lnSpc>
              <a:spcBef>
                <a:spcPts val="0"/>
              </a:spcBef>
              <a:spcAft>
                <a:spcPts val="0"/>
              </a:spcAft>
              <a:buClr>
                <a:schemeClr val="dk1"/>
              </a:buClr>
              <a:buSzPts val="800"/>
              <a:buChar char="■"/>
              <a:defRPr sz="800">
                <a:solidFill>
                  <a:schemeClr val="dk1"/>
                </a:solidFill>
              </a:defRPr>
            </a:lvl6pPr>
            <a:lvl7pPr indent="-279400" lvl="6" marL="3200400" algn="r">
              <a:lnSpc>
                <a:spcPct val="115000"/>
              </a:lnSpc>
              <a:spcBef>
                <a:spcPts val="0"/>
              </a:spcBef>
              <a:spcAft>
                <a:spcPts val="0"/>
              </a:spcAft>
              <a:buClr>
                <a:schemeClr val="dk1"/>
              </a:buClr>
              <a:buSzPts val="800"/>
              <a:buChar char="●"/>
              <a:defRPr sz="800">
                <a:solidFill>
                  <a:schemeClr val="dk1"/>
                </a:solidFill>
              </a:defRPr>
            </a:lvl7pPr>
            <a:lvl8pPr indent="-279400" lvl="7" marL="3657600" algn="r">
              <a:lnSpc>
                <a:spcPct val="115000"/>
              </a:lnSpc>
              <a:spcBef>
                <a:spcPts val="0"/>
              </a:spcBef>
              <a:spcAft>
                <a:spcPts val="0"/>
              </a:spcAft>
              <a:buClr>
                <a:schemeClr val="dk1"/>
              </a:buClr>
              <a:buSzPts val="800"/>
              <a:buChar char="○"/>
              <a:defRPr sz="800">
                <a:solidFill>
                  <a:schemeClr val="dk1"/>
                </a:solidFill>
              </a:defRPr>
            </a:lvl8pPr>
            <a:lvl9pPr indent="-279400" lvl="8" marL="4114800" algn="r">
              <a:lnSpc>
                <a:spcPct val="115000"/>
              </a:lnSpc>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1" type="twoColTx">
  <p:cSld name="TITLE_AND_TWO_COLUMNS">
    <p:spTree>
      <p:nvGrpSpPr>
        <p:cNvPr id="37" name="Shape 37"/>
        <p:cNvGrpSpPr/>
        <p:nvPr/>
      </p:nvGrpSpPr>
      <p:grpSpPr>
        <a:xfrm>
          <a:off x="0" y="0"/>
          <a:ext cx="0" cy="0"/>
          <a:chOff x="0" y="0"/>
          <a:chExt cx="0" cy="0"/>
        </a:xfrm>
      </p:grpSpPr>
      <p:sp>
        <p:nvSpPr>
          <p:cNvPr id="38" name="Google Shape;38;p23"/>
          <p:cNvSpPr txBox="1"/>
          <p:nvPr>
            <p:ph type="title"/>
          </p:nvPr>
        </p:nvSpPr>
        <p:spPr>
          <a:xfrm>
            <a:off x="197375" y="1052750"/>
            <a:ext cx="3151800" cy="16329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39" name="Google Shape;39;p23"/>
          <p:cNvSpPr txBox="1"/>
          <p:nvPr>
            <p:ph idx="1" type="body"/>
          </p:nvPr>
        </p:nvSpPr>
        <p:spPr>
          <a:xfrm>
            <a:off x="197375" y="2685650"/>
            <a:ext cx="3151800" cy="18225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Clr>
                <a:schemeClr val="dk1"/>
              </a:buClr>
              <a:buSzPts val="1000"/>
              <a:buChar char="●"/>
              <a:defRPr>
                <a:solidFill>
                  <a:schemeClr val="dk1"/>
                </a:solidFill>
              </a:defRPr>
            </a:lvl1pPr>
            <a:lvl2pPr indent="-292100" lvl="1" marL="914400" algn="l">
              <a:lnSpc>
                <a:spcPct val="100000"/>
              </a:lnSpc>
              <a:spcBef>
                <a:spcPts val="0"/>
              </a:spcBef>
              <a:spcAft>
                <a:spcPts val="0"/>
              </a:spcAft>
              <a:buClr>
                <a:schemeClr val="dk1"/>
              </a:buClr>
              <a:buSzPts val="1000"/>
              <a:buChar char="○"/>
              <a:defRPr sz="1000">
                <a:solidFill>
                  <a:schemeClr val="dk1"/>
                </a:solidFill>
              </a:defRPr>
            </a:lvl2pPr>
            <a:lvl3pPr indent="-292100" lvl="2" marL="1371600" algn="l">
              <a:lnSpc>
                <a:spcPct val="100000"/>
              </a:lnSpc>
              <a:spcBef>
                <a:spcPts val="0"/>
              </a:spcBef>
              <a:spcAft>
                <a:spcPts val="0"/>
              </a:spcAft>
              <a:buClr>
                <a:schemeClr val="dk1"/>
              </a:buClr>
              <a:buSzPts val="1000"/>
              <a:buChar char="■"/>
              <a:defRPr>
                <a:solidFill>
                  <a:schemeClr val="dk1"/>
                </a:solidFill>
              </a:defRPr>
            </a:lvl3pPr>
            <a:lvl4pPr indent="-292100" lvl="3" marL="1828800" algn="l">
              <a:lnSpc>
                <a:spcPct val="100000"/>
              </a:lnSpc>
              <a:spcBef>
                <a:spcPts val="0"/>
              </a:spcBef>
              <a:spcAft>
                <a:spcPts val="0"/>
              </a:spcAft>
              <a:buClr>
                <a:schemeClr val="dk1"/>
              </a:buClr>
              <a:buSzPts val="1000"/>
              <a:buChar char="●"/>
              <a:defRPr>
                <a:solidFill>
                  <a:schemeClr val="dk1"/>
                </a:solidFill>
              </a:defRPr>
            </a:lvl4pPr>
            <a:lvl5pPr indent="-292100" lvl="4" marL="2286000" algn="l">
              <a:lnSpc>
                <a:spcPct val="100000"/>
              </a:lnSpc>
              <a:spcBef>
                <a:spcPts val="0"/>
              </a:spcBef>
              <a:spcAft>
                <a:spcPts val="0"/>
              </a:spcAft>
              <a:buClr>
                <a:schemeClr val="dk1"/>
              </a:buClr>
              <a:buSzPts val="1000"/>
              <a:buChar char="○"/>
              <a:defRPr>
                <a:solidFill>
                  <a:schemeClr val="dk1"/>
                </a:solidFill>
              </a:defRPr>
            </a:lvl5pPr>
            <a:lvl6pPr indent="-292100" lvl="5" marL="2743200" algn="l">
              <a:lnSpc>
                <a:spcPct val="100000"/>
              </a:lnSpc>
              <a:spcBef>
                <a:spcPts val="0"/>
              </a:spcBef>
              <a:spcAft>
                <a:spcPts val="0"/>
              </a:spcAft>
              <a:buClr>
                <a:schemeClr val="dk1"/>
              </a:buClr>
              <a:buSzPts val="1000"/>
              <a:buChar char="■"/>
              <a:defRPr>
                <a:solidFill>
                  <a:schemeClr val="dk1"/>
                </a:solidFill>
              </a:defRPr>
            </a:lvl6pPr>
            <a:lvl7pPr indent="-292100" lvl="6" marL="3200400" algn="l">
              <a:lnSpc>
                <a:spcPct val="100000"/>
              </a:lnSpc>
              <a:spcBef>
                <a:spcPts val="0"/>
              </a:spcBef>
              <a:spcAft>
                <a:spcPts val="0"/>
              </a:spcAft>
              <a:buClr>
                <a:schemeClr val="dk1"/>
              </a:buClr>
              <a:buSzPts val="1000"/>
              <a:buChar char="●"/>
              <a:defRPr>
                <a:solidFill>
                  <a:schemeClr val="dk1"/>
                </a:solidFill>
              </a:defRPr>
            </a:lvl7pPr>
            <a:lvl8pPr indent="-292100" lvl="7" marL="3657600" algn="l">
              <a:lnSpc>
                <a:spcPct val="100000"/>
              </a:lnSpc>
              <a:spcBef>
                <a:spcPts val="0"/>
              </a:spcBef>
              <a:spcAft>
                <a:spcPts val="0"/>
              </a:spcAft>
              <a:buClr>
                <a:schemeClr val="dk1"/>
              </a:buClr>
              <a:buSzPts val="1000"/>
              <a:buChar char="○"/>
              <a:defRPr>
                <a:solidFill>
                  <a:schemeClr val="dk1"/>
                </a:solidFill>
              </a:defRPr>
            </a:lvl8pPr>
            <a:lvl9pPr indent="-292100" lvl="8" marL="4114800" algn="l">
              <a:lnSpc>
                <a:spcPct val="100000"/>
              </a:lnSpc>
              <a:spcBef>
                <a:spcPts val="0"/>
              </a:spcBef>
              <a:spcAft>
                <a:spcPts val="0"/>
              </a:spcAft>
              <a:buClr>
                <a:schemeClr val="dk1"/>
              </a:buClr>
              <a:buSzPts val="1000"/>
              <a:buChar char="■"/>
              <a:defRPr>
                <a:solidFill>
                  <a:schemeClr val="dk1"/>
                </a:solidFill>
              </a:defRPr>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23"/>
          <p:cNvSpPr/>
          <p:nvPr>
            <p:ph idx="2" type="pic"/>
          </p:nvPr>
        </p:nvSpPr>
        <p:spPr>
          <a:xfrm>
            <a:off x="3726325" y="669925"/>
            <a:ext cx="5220900" cy="4276800"/>
          </a:xfrm>
          <a:prstGeom prst="round2DiagRect">
            <a:avLst>
              <a:gd fmla="val 16667" name="adj1"/>
              <a:gd fmla="val 0" name="adj2"/>
            </a:avLst>
          </a:prstGeom>
          <a:noFill/>
          <a:ln>
            <a:noFill/>
          </a:ln>
        </p:spPr>
      </p:sp>
      <p:sp>
        <p:nvSpPr>
          <p:cNvPr id="42" name="Google Shape;42;p23"/>
          <p:cNvSpPr txBox="1"/>
          <p:nvPr>
            <p:ph idx="3" type="body"/>
          </p:nvPr>
        </p:nvSpPr>
        <p:spPr>
          <a:xfrm>
            <a:off x="196951" y="196725"/>
            <a:ext cx="18606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dk1"/>
              </a:buClr>
              <a:buSzPts val="800"/>
              <a:buChar char="●"/>
              <a:defRPr sz="800">
                <a:solidFill>
                  <a:schemeClr val="dk1"/>
                </a:solidFill>
              </a:defRPr>
            </a:lvl1pPr>
            <a:lvl2pPr indent="-279400" lvl="1" marL="914400" algn="l">
              <a:lnSpc>
                <a:spcPct val="115000"/>
              </a:lnSpc>
              <a:spcBef>
                <a:spcPts val="0"/>
              </a:spcBef>
              <a:spcAft>
                <a:spcPts val="0"/>
              </a:spcAft>
              <a:buClr>
                <a:schemeClr val="dk1"/>
              </a:buClr>
              <a:buSzPts val="800"/>
              <a:buChar char="○"/>
              <a:defRPr>
                <a:solidFill>
                  <a:schemeClr val="dk1"/>
                </a:solidFill>
              </a:defRPr>
            </a:lvl2pPr>
            <a:lvl3pPr indent="-279400" lvl="2" marL="1371600" algn="l">
              <a:lnSpc>
                <a:spcPct val="115000"/>
              </a:lnSpc>
              <a:spcBef>
                <a:spcPts val="0"/>
              </a:spcBef>
              <a:spcAft>
                <a:spcPts val="0"/>
              </a:spcAft>
              <a:buClr>
                <a:schemeClr val="dk1"/>
              </a:buClr>
              <a:buSzPts val="800"/>
              <a:buChar char="■"/>
              <a:defRPr sz="800">
                <a:solidFill>
                  <a:schemeClr val="dk1"/>
                </a:solidFill>
              </a:defRPr>
            </a:lvl3pPr>
            <a:lvl4pPr indent="-279400" lvl="3" marL="1828800" algn="l">
              <a:lnSpc>
                <a:spcPct val="115000"/>
              </a:lnSpc>
              <a:spcBef>
                <a:spcPts val="0"/>
              </a:spcBef>
              <a:spcAft>
                <a:spcPts val="0"/>
              </a:spcAft>
              <a:buClr>
                <a:schemeClr val="dk1"/>
              </a:buClr>
              <a:buSzPts val="800"/>
              <a:buChar char="●"/>
              <a:defRPr sz="800">
                <a:solidFill>
                  <a:schemeClr val="dk1"/>
                </a:solidFill>
              </a:defRPr>
            </a:lvl4pPr>
            <a:lvl5pPr indent="-279400" lvl="4" marL="2286000" algn="l">
              <a:lnSpc>
                <a:spcPct val="115000"/>
              </a:lnSpc>
              <a:spcBef>
                <a:spcPts val="0"/>
              </a:spcBef>
              <a:spcAft>
                <a:spcPts val="0"/>
              </a:spcAft>
              <a:buClr>
                <a:schemeClr val="dk1"/>
              </a:buClr>
              <a:buSzPts val="800"/>
              <a:buChar char="○"/>
              <a:defRPr sz="800">
                <a:solidFill>
                  <a:schemeClr val="dk1"/>
                </a:solidFill>
              </a:defRPr>
            </a:lvl5pPr>
            <a:lvl6pPr indent="-279400" lvl="5" marL="2743200" algn="l">
              <a:lnSpc>
                <a:spcPct val="115000"/>
              </a:lnSpc>
              <a:spcBef>
                <a:spcPts val="0"/>
              </a:spcBef>
              <a:spcAft>
                <a:spcPts val="0"/>
              </a:spcAft>
              <a:buClr>
                <a:schemeClr val="dk1"/>
              </a:buClr>
              <a:buSzPts val="800"/>
              <a:buChar char="■"/>
              <a:defRPr sz="800">
                <a:solidFill>
                  <a:schemeClr val="dk1"/>
                </a:solidFill>
              </a:defRPr>
            </a:lvl6pPr>
            <a:lvl7pPr indent="-279400" lvl="6" marL="3200400" algn="l">
              <a:lnSpc>
                <a:spcPct val="115000"/>
              </a:lnSpc>
              <a:spcBef>
                <a:spcPts val="0"/>
              </a:spcBef>
              <a:spcAft>
                <a:spcPts val="0"/>
              </a:spcAft>
              <a:buClr>
                <a:schemeClr val="dk1"/>
              </a:buClr>
              <a:buSzPts val="800"/>
              <a:buChar char="●"/>
              <a:defRPr sz="800">
                <a:solidFill>
                  <a:schemeClr val="dk1"/>
                </a:solidFill>
              </a:defRPr>
            </a:lvl7pPr>
            <a:lvl8pPr indent="-279400" lvl="7" marL="3657600" algn="l">
              <a:lnSpc>
                <a:spcPct val="115000"/>
              </a:lnSpc>
              <a:spcBef>
                <a:spcPts val="0"/>
              </a:spcBef>
              <a:spcAft>
                <a:spcPts val="0"/>
              </a:spcAft>
              <a:buClr>
                <a:schemeClr val="dk1"/>
              </a:buClr>
              <a:buSzPts val="800"/>
              <a:buChar char="○"/>
              <a:defRPr sz="800">
                <a:solidFill>
                  <a:schemeClr val="dk1"/>
                </a:solidFill>
              </a:defRPr>
            </a:lvl8pPr>
            <a:lvl9pPr indent="-279400" lvl="8" marL="4114800" algn="l">
              <a:lnSpc>
                <a:spcPct val="115000"/>
              </a:lnSpc>
              <a:spcBef>
                <a:spcPts val="0"/>
              </a:spcBef>
              <a:spcAft>
                <a:spcPts val="0"/>
              </a:spcAft>
              <a:buClr>
                <a:schemeClr val="dk1"/>
              </a:buClr>
              <a:buSzPts val="800"/>
              <a:buChar char="■"/>
              <a:defRPr sz="800">
                <a:solidFill>
                  <a:schemeClr val="dk1"/>
                </a:solidFill>
              </a:defRPr>
            </a:lvl9pPr>
          </a:lstStyle>
          <a:p/>
        </p:txBody>
      </p:sp>
      <p:sp>
        <p:nvSpPr>
          <p:cNvPr id="43" name="Google Shape;43;p23"/>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dk1"/>
              </a:buClr>
              <a:buSzPts val="800"/>
              <a:buChar char="●"/>
              <a:defRPr sz="800">
                <a:solidFill>
                  <a:schemeClr val="dk1"/>
                </a:solidFill>
              </a:defRPr>
            </a:lvl1pPr>
            <a:lvl2pPr indent="-279400" lvl="1" marL="914400" algn="r">
              <a:lnSpc>
                <a:spcPct val="115000"/>
              </a:lnSpc>
              <a:spcBef>
                <a:spcPts val="0"/>
              </a:spcBef>
              <a:spcAft>
                <a:spcPts val="0"/>
              </a:spcAft>
              <a:buClr>
                <a:schemeClr val="dk1"/>
              </a:buClr>
              <a:buSzPts val="800"/>
              <a:buChar char="○"/>
              <a:defRPr>
                <a:solidFill>
                  <a:schemeClr val="dk1"/>
                </a:solidFill>
              </a:defRPr>
            </a:lvl2pPr>
            <a:lvl3pPr indent="-279400" lvl="2" marL="1371600" algn="r">
              <a:lnSpc>
                <a:spcPct val="115000"/>
              </a:lnSpc>
              <a:spcBef>
                <a:spcPts val="0"/>
              </a:spcBef>
              <a:spcAft>
                <a:spcPts val="0"/>
              </a:spcAft>
              <a:buClr>
                <a:schemeClr val="dk1"/>
              </a:buClr>
              <a:buSzPts val="800"/>
              <a:buChar char="■"/>
              <a:defRPr sz="800">
                <a:solidFill>
                  <a:schemeClr val="dk1"/>
                </a:solidFill>
              </a:defRPr>
            </a:lvl3pPr>
            <a:lvl4pPr indent="-279400" lvl="3" marL="1828800" algn="r">
              <a:lnSpc>
                <a:spcPct val="115000"/>
              </a:lnSpc>
              <a:spcBef>
                <a:spcPts val="0"/>
              </a:spcBef>
              <a:spcAft>
                <a:spcPts val="0"/>
              </a:spcAft>
              <a:buClr>
                <a:schemeClr val="dk1"/>
              </a:buClr>
              <a:buSzPts val="800"/>
              <a:buChar char="●"/>
              <a:defRPr sz="800">
                <a:solidFill>
                  <a:schemeClr val="dk1"/>
                </a:solidFill>
              </a:defRPr>
            </a:lvl4pPr>
            <a:lvl5pPr indent="-279400" lvl="4" marL="2286000" algn="r">
              <a:lnSpc>
                <a:spcPct val="115000"/>
              </a:lnSpc>
              <a:spcBef>
                <a:spcPts val="0"/>
              </a:spcBef>
              <a:spcAft>
                <a:spcPts val="0"/>
              </a:spcAft>
              <a:buClr>
                <a:schemeClr val="dk1"/>
              </a:buClr>
              <a:buSzPts val="800"/>
              <a:buChar char="○"/>
              <a:defRPr sz="800">
                <a:solidFill>
                  <a:schemeClr val="dk1"/>
                </a:solidFill>
              </a:defRPr>
            </a:lvl5pPr>
            <a:lvl6pPr indent="-279400" lvl="5" marL="2743200" algn="r">
              <a:lnSpc>
                <a:spcPct val="115000"/>
              </a:lnSpc>
              <a:spcBef>
                <a:spcPts val="0"/>
              </a:spcBef>
              <a:spcAft>
                <a:spcPts val="0"/>
              </a:spcAft>
              <a:buClr>
                <a:schemeClr val="dk1"/>
              </a:buClr>
              <a:buSzPts val="800"/>
              <a:buChar char="■"/>
              <a:defRPr sz="800">
                <a:solidFill>
                  <a:schemeClr val="dk1"/>
                </a:solidFill>
              </a:defRPr>
            </a:lvl6pPr>
            <a:lvl7pPr indent="-279400" lvl="6" marL="3200400" algn="r">
              <a:lnSpc>
                <a:spcPct val="115000"/>
              </a:lnSpc>
              <a:spcBef>
                <a:spcPts val="0"/>
              </a:spcBef>
              <a:spcAft>
                <a:spcPts val="0"/>
              </a:spcAft>
              <a:buClr>
                <a:schemeClr val="dk1"/>
              </a:buClr>
              <a:buSzPts val="800"/>
              <a:buChar char="●"/>
              <a:defRPr sz="800">
                <a:solidFill>
                  <a:schemeClr val="dk1"/>
                </a:solidFill>
              </a:defRPr>
            </a:lvl7pPr>
            <a:lvl8pPr indent="-279400" lvl="7" marL="3657600" algn="r">
              <a:lnSpc>
                <a:spcPct val="115000"/>
              </a:lnSpc>
              <a:spcBef>
                <a:spcPts val="0"/>
              </a:spcBef>
              <a:spcAft>
                <a:spcPts val="0"/>
              </a:spcAft>
              <a:buClr>
                <a:schemeClr val="dk1"/>
              </a:buClr>
              <a:buSzPts val="800"/>
              <a:buChar char="○"/>
              <a:defRPr sz="800">
                <a:solidFill>
                  <a:schemeClr val="dk1"/>
                </a:solidFill>
              </a:defRPr>
            </a:lvl8pPr>
            <a:lvl9pPr indent="-279400" lvl="8" marL="4114800" algn="r">
              <a:lnSpc>
                <a:spcPct val="115000"/>
              </a:lnSpc>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44" name="Shape 44"/>
        <p:cNvGrpSpPr/>
        <p:nvPr/>
      </p:nvGrpSpPr>
      <p:grpSpPr>
        <a:xfrm>
          <a:off x="0" y="0"/>
          <a:ext cx="0" cy="0"/>
          <a:chOff x="0" y="0"/>
          <a:chExt cx="0" cy="0"/>
        </a:xfrm>
      </p:grpSpPr>
      <p:sp>
        <p:nvSpPr>
          <p:cNvPr id="45" name="Google Shape;45;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24"/>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7" name="Google Shape;47;p24"/>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8" name="Google Shape;48;p24"/>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49" name="Google Shape;49;p24"/>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50" name="Google Shape;50;p24"/>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3000"/>
              <a:buNone/>
              <a:defRPr sz="3000"/>
            </a:lvl1pPr>
            <a:lvl2pPr lvl="1" algn="l">
              <a:lnSpc>
                <a:spcPct val="90000"/>
              </a:lnSpc>
              <a:spcBef>
                <a:spcPts val="0"/>
              </a:spcBef>
              <a:spcAft>
                <a:spcPts val="0"/>
              </a:spcAft>
              <a:buSzPts val="3000"/>
              <a:buNone/>
              <a:defRPr sz="3000"/>
            </a:lvl2pPr>
            <a:lvl3pPr lvl="2" algn="l">
              <a:lnSpc>
                <a:spcPct val="90000"/>
              </a:lnSpc>
              <a:spcBef>
                <a:spcPts val="0"/>
              </a:spcBef>
              <a:spcAft>
                <a:spcPts val="0"/>
              </a:spcAft>
              <a:buSzPts val="3000"/>
              <a:buNone/>
              <a:defRPr sz="3000"/>
            </a:lvl3pPr>
            <a:lvl4pPr lvl="3" algn="l">
              <a:lnSpc>
                <a:spcPct val="90000"/>
              </a:lnSpc>
              <a:spcBef>
                <a:spcPts val="0"/>
              </a:spcBef>
              <a:spcAft>
                <a:spcPts val="0"/>
              </a:spcAft>
              <a:buSzPts val="3000"/>
              <a:buNone/>
              <a:defRPr sz="3000"/>
            </a:lvl4pPr>
            <a:lvl5pPr lvl="4" algn="l">
              <a:lnSpc>
                <a:spcPct val="90000"/>
              </a:lnSpc>
              <a:spcBef>
                <a:spcPts val="0"/>
              </a:spcBef>
              <a:spcAft>
                <a:spcPts val="0"/>
              </a:spcAft>
              <a:buSzPts val="3000"/>
              <a:buNone/>
              <a:defRPr sz="3000"/>
            </a:lvl5pPr>
            <a:lvl6pPr lvl="5" algn="l">
              <a:lnSpc>
                <a:spcPct val="90000"/>
              </a:lnSpc>
              <a:spcBef>
                <a:spcPts val="0"/>
              </a:spcBef>
              <a:spcAft>
                <a:spcPts val="0"/>
              </a:spcAft>
              <a:buSzPts val="3000"/>
              <a:buNone/>
              <a:defRPr sz="3000"/>
            </a:lvl6pPr>
            <a:lvl7pPr lvl="6" algn="l">
              <a:lnSpc>
                <a:spcPct val="90000"/>
              </a:lnSpc>
              <a:spcBef>
                <a:spcPts val="0"/>
              </a:spcBef>
              <a:spcAft>
                <a:spcPts val="0"/>
              </a:spcAft>
              <a:buSzPts val="3000"/>
              <a:buNone/>
              <a:defRPr sz="3000"/>
            </a:lvl7pPr>
            <a:lvl8pPr lvl="7" algn="l">
              <a:lnSpc>
                <a:spcPct val="90000"/>
              </a:lnSpc>
              <a:spcBef>
                <a:spcPts val="0"/>
              </a:spcBef>
              <a:spcAft>
                <a:spcPts val="0"/>
              </a:spcAft>
              <a:buSzPts val="3000"/>
              <a:buNone/>
              <a:defRPr sz="3000"/>
            </a:lvl8pPr>
            <a:lvl9pPr lvl="8" algn="l">
              <a:lnSpc>
                <a:spcPct val="90000"/>
              </a:lnSpc>
              <a:spcBef>
                <a:spcPts val="0"/>
              </a:spcBef>
              <a:spcAft>
                <a:spcPts val="0"/>
              </a:spcAft>
              <a:buSzPts val="3000"/>
              <a:buNone/>
              <a:defRPr sz="3000"/>
            </a:lvl9pPr>
          </a:lstStyle>
          <a:p/>
        </p:txBody>
      </p:sp>
      <p:sp>
        <p:nvSpPr>
          <p:cNvPr id="51" name="Google Shape;51;p24"/>
          <p:cNvSpPr txBox="1"/>
          <p:nvPr>
            <p:ph idx="5" type="subTitle"/>
          </p:nvPr>
        </p:nvSpPr>
        <p:spPr>
          <a:xfrm>
            <a:off x="366763"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52" name="Google Shape;52;p24"/>
          <p:cNvSpPr txBox="1"/>
          <p:nvPr>
            <p:ph idx="6" type="subTitle"/>
          </p:nvPr>
        </p:nvSpPr>
        <p:spPr>
          <a:xfrm>
            <a:off x="4938738" y="1277907"/>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53" name="Google Shape;53;p24"/>
          <p:cNvSpPr txBox="1"/>
          <p:nvPr>
            <p:ph idx="7" type="subTitle"/>
          </p:nvPr>
        </p:nvSpPr>
        <p:spPr>
          <a:xfrm>
            <a:off x="4938761"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54" name="Google Shape;54;p24"/>
          <p:cNvSpPr txBox="1"/>
          <p:nvPr>
            <p:ph idx="8" type="subTitle"/>
          </p:nvPr>
        </p:nvSpPr>
        <p:spPr>
          <a:xfrm>
            <a:off x="366750" y="3167363"/>
            <a:ext cx="3838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5" name="Shape 55"/>
        <p:cNvGrpSpPr/>
        <p:nvPr/>
      </p:nvGrpSpPr>
      <p:grpSpPr>
        <a:xfrm>
          <a:off x="0" y="0"/>
          <a:ext cx="0" cy="0"/>
          <a:chOff x="0" y="0"/>
          <a:chExt cx="0" cy="0"/>
        </a:xfrm>
      </p:grpSpPr>
      <p:sp>
        <p:nvSpPr>
          <p:cNvPr id="56" name="Google Shape;56;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90000"/>
              </a:lnSpc>
              <a:spcBef>
                <a:spcPts val="0"/>
              </a:spcBef>
              <a:spcAft>
                <a:spcPts val="0"/>
              </a:spcAft>
              <a:buSzPts val="5200"/>
              <a:buNone/>
              <a:defRPr sz="5200"/>
            </a:lvl1pPr>
            <a:lvl2pPr lvl="1" algn="ctr">
              <a:lnSpc>
                <a:spcPct val="90000"/>
              </a:lnSpc>
              <a:spcBef>
                <a:spcPts val="0"/>
              </a:spcBef>
              <a:spcAft>
                <a:spcPts val="0"/>
              </a:spcAft>
              <a:buSzPts val="5200"/>
              <a:buNone/>
              <a:defRPr sz="5200"/>
            </a:lvl2pPr>
            <a:lvl3pPr lvl="2" algn="ctr">
              <a:lnSpc>
                <a:spcPct val="90000"/>
              </a:lnSpc>
              <a:spcBef>
                <a:spcPts val="0"/>
              </a:spcBef>
              <a:spcAft>
                <a:spcPts val="0"/>
              </a:spcAft>
              <a:buSzPts val="5200"/>
              <a:buNone/>
              <a:defRPr sz="5200"/>
            </a:lvl3pPr>
            <a:lvl4pPr lvl="3" algn="ctr">
              <a:lnSpc>
                <a:spcPct val="90000"/>
              </a:lnSpc>
              <a:spcBef>
                <a:spcPts val="0"/>
              </a:spcBef>
              <a:spcAft>
                <a:spcPts val="0"/>
              </a:spcAft>
              <a:buSzPts val="5200"/>
              <a:buNone/>
              <a:defRPr sz="5200"/>
            </a:lvl4pPr>
            <a:lvl5pPr lvl="4" algn="ctr">
              <a:lnSpc>
                <a:spcPct val="90000"/>
              </a:lnSpc>
              <a:spcBef>
                <a:spcPts val="0"/>
              </a:spcBef>
              <a:spcAft>
                <a:spcPts val="0"/>
              </a:spcAft>
              <a:buSzPts val="5200"/>
              <a:buNone/>
              <a:defRPr sz="5200"/>
            </a:lvl5pPr>
            <a:lvl6pPr lvl="5" algn="ctr">
              <a:lnSpc>
                <a:spcPct val="90000"/>
              </a:lnSpc>
              <a:spcBef>
                <a:spcPts val="0"/>
              </a:spcBef>
              <a:spcAft>
                <a:spcPts val="0"/>
              </a:spcAft>
              <a:buSzPts val="5200"/>
              <a:buNone/>
              <a:defRPr sz="5200"/>
            </a:lvl6pPr>
            <a:lvl7pPr lvl="6" algn="ctr">
              <a:lnSpc>
                <a:spcPct val="90000"/>
              </a:lnSpc>
              <a:spcBef>
                <a:spcPts val="0"/>
              </a:spcBef>
              <a:spcAft>
                <a:spcPts val="0"/>
              </a:spcAft>
              <a:buSzPts val="5200"/>
              <a:buNone/>
              <a:defRPr sz="5200"/>
            </a:lvl7pPr>
            <a:lvl8pPr lvl="7" algn="ctr">
              <a:lnSpc>
                <a:spcPct val="90000"/>
              </a:lnSpc>
              <a:spcBef>
                <a:spcPts val="0"/>
              </a:spcBef>
              <a:spcAft>
                <a:spcPts val="0"/>
              </a:spcAft>
              <a:buSzPts val="5200"/>
              <a:buNone/>
              <a:defRPr sz="5200"/>
            </a:lvl8pPr>
            <a:lvl9pPr lvl="8" algn="ctr">
              <a:lnSpc>
                <a:spcPct val="90000"/>
              </a:lnSpc>
              <a:spcBef>
                <a:spcPts val="0"/>
              </a:spcBef>
              <a:spcAft>
                <a:spcPts val="0"/>
              </a:spcAft>
              <a:buSzPts val="5200"/>
              <a:buNone/>
              <a:defRPr sz="5200"/>
            </a:lvl9pPr>
          </a:lstStyle>
          <a:p/>
        </p:txBody>
      </p:sp>
      <p:sp>
        <p:nvSpPr>
          <p:cNvPr id="57" name="Google Shape;57;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8" name="Google Shape;58;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9" name="Shape 59"/>
        <p:cNvGrpSpPr/>
        <p:nvPr/>
      </p:nvGrpSpPr>
      <p:grpSpPr>
        <a:xfrm>
          <a:off x="0" y="0"/>
          <a:ext cx="0" cy="0"/>
          <a:chOff x="0" y="0"/>
          <a:chExt cx="0" cy="0"/>
        </a:xfrm>
      </p:grpSpPr>
      <p:sp>
        <p:nvSpPr>
          <p:cNvPr id="60" name="Google Shape;60;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90000"/>
              </a:lnSpc>
              <a:spcBef>
                <a:spcPts val="0"/>
              </a:spcBef>
              <a:spcAft>
                <a:spcPts val="0"/>
              </a:spcAft>
              <a:buSzPts val="3600"/>
              <a:buNone/>
              <a:defRPr sz="3600"/>
            </a:lvl1pPr>
            <a:lvl2pPr lvl="1" algn="ctr">
              <a:lnSpc>
                <a:spcPct val="90000"/>
              </a:lnSpc>
              <a:spcBef>
                <a:spcPts val="0"/>
              </a:spcBef>
              <a:spcAft>
                <a:spcPts val="0"/>
              </a:spcAft>
              <a:buSzPts val="3600"/>
              <a:buNone/>
              <a:defRPr sz="3600"/>
            </a:lvl2pPr>
            <a:lvl3pPr lvl="2" algn="ctr">
              <a:lnSpc>
                <a:spcPct val="90000"/>
              </a:lnSpc>
              <a:spcBef>
                <a:spcPts val="0"/>
              </a:spcBef>
              <a:spcAft>
                <a:spcPts val="0"/>
              </a:spcAft>
              <a:buSzPts val="3600"/>
              <a:buNone/>
              <a:defRPr sz="3600"/>
            </a:lvl3pPr>
            <a:lvl4pPr lvl="3" algn="ctr">
              <a:lnSpc>
                <a:spcPct val="90000"/>
              </a:lnSpc>
              <a:spcBef>
                <a:spcPts val="0"/>
              </a:spcBef>
              <a:spcAft>
                <a:spcPts val="0"/>
              </a:spcAft>
              <a:buSzPts val="3600"/>
              <a:buNone/>
              <a:defRPr sz="3600"/>
            </a:lvl4pPr>
            <a:lvl5pPr lvl="4" algn="ctr">
              <a:lnSpc>
                <a:spcPct val="90000"/>
              </a:lnSpc>
              <a:spcBef>
                <a:spcPts val="0"/>
              </a:spcBef>
              <a:spcAft>
                <a:spcPts val="0"/>
              </a:spcAft>
              <a:buSzPts val="3600"/>
              <a:buNone/>
              <a:defRPr sz="3600"/>
            </a:lvl5pPr>
            <a:lvl6pPr lvl="5" algn="ctr">
              <a:lnSpc>
                <a:spcPct val="90000"/>
              </a:lnSpc>
              <a:spcBef>
                <a:spcPts val="0"/>
              </a:spcBef>
              <a:spcAft>
                <a:spcPts val="0"/>
              </a:spcAft>
              <a:buSzPts val="3600"/>
              <a:buNone/>
              <a:defRPr sz="3600"/>
            </a:lvl6pPr>
            <a:lvl7pPr lvl="6" algn="ctr">
              <a:lnSpc>
                <a:spcPct val="90000"/>
              </a:lnSpc>
              <a:spcBef>
                <a:spcPts val="0"/>
              </a:spcBef>
              <a:spcAft>
                <a:spcPts val="0"/>
              </a:spcAft>
              <a:buSzPts val="3600"/>
              <a:buNone/>
              <a:defRPr sz="3600"/>
            </a:lvl7pPr>
            <a:lvl8pPr lvl="7" algn="ctr">
              <a:lnSpc>
                <a:spcPct val="90000"/>
              </a:lnSpc>
              <a:spcBef>
                <a:spcPts val="0"/>
              </a:spcBef>
              <a:spcAft>
                <a:spcPts val="0"/>
              </a:spcAft>
              <a:buSzPts val="3600"/>
              <a:buNone/>
              <a:defRPr sz="3600"/>
            </a:lvl8pPr>
            <a:lvl9pPr lvl="8" algn="ctr">
              <a:lnSpc>
                <a:spcPct val="90000"/>
              </a:lnSpc>
              <a:spcBef>
                <a:spcPts val="0"/>
              </a:spcBef>
              <a:spcAft>
                <a:spcPts val="0"/>
              </a:spcAft>
              <a:buSzPts val="3600"/>
              <a:buNone/>
              <a:defRPr sz="3600"/>
            </a:lvl9pPr>
          </a:lstStyle>
          <a:p/>
        </p:txBody>
      </p:sp>
      <p:sp>
        <p:nvSpPr>
          <p:cNvPr id="61" name="Google Shape;61;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_1">
    <p:spTree>
      <p:nvGrpSpPr>
        <p:cNvPr id="62" name="Shape 62"/>
        <p:cNvGrpSpPr/>
        <p:nvPr/>
      </p:nvGrpSpPr>
      <p:grpSpPr>
        <a:xfrm>
          <a:off x="0" y="0"/>
          <a:ext cx="0" cy="0"/>
          <a:chOff x="0" y="0"/>
          <a:chExt cx="0" cy="0"/>
        </a:xfrm>
      </p:grpSpPr>
      <p:sp>
        <p:nvSpPr>
          <p:cNvPr id="63" name="Google Shape;63;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64" name="Google Shape;64;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65" name="Google Shape;65;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_1">
    <p:spTree>
      <p:nvGrpSpPr>
        <p:cNvPr id="66" name="Shape 66"/>
        <p:cNvGrpSpPr/>
        <p:nvPr/>
      </p:nvGrpSpPr>
      <p:grpSpPr>
        <a:xfrm>
          <a:off x="0" y="0"/>
          <a:ext cx="0" cy="0"/>
          <a:chOff x="0" y="0"/>
          <a:chExt cx="0" cy="0"/>
        </a:xfrm>
      </p:grpSpPr>
      <p:sp>
        <p:nvSpPr>
          <p:cNvPr id="67" name="Google Shape;67;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68" name="Google Shape;68;p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1" name="Shape 71"/>
        <p:cNvGrpSpPr/>
        <p:nvPr/>
      </p:nvGrpSpPr>
      <p:grpSpPr>
        <a:xfrm>
          <a:off x="0" y="0"/>
          <a:ext cx="0" cy="0"/>
          <a:chOff x="0" y="0"/>
          <a:chExt cx="0" cy="0"/>
        </a:xfrm>
      </p:grpSpPr>
      <p:sp>
        <p:nvSpPr>
          <p:cNvPr id="72" name="Google Shape;72;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73" name="Google Shape;73;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4" name="Shape 74"/>
        <p:cNvGrpSpPr/>
        <p:nvPr/>
      </p:nvGrpSpPr>
      <p:grpSpPr>
        <a:xfrm>
          <a:off x="0" y="0"/>
          <a:ext cx="0" cy="0"/>
          <a:chOff x="0" y="0"/>
          <a:chExt cx="0" cy="0"/>
        </a:xfrm>
      </p:grpSpPr>
      <p:sp>
        <p:nvSpPr>
          <p:cNvPr id="75" name="Google Shape;75;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90000"/>
              </a:lnSpc>
              <a:spcBef>
                <a:spcPts val="0"/>
              </a:spcBef>
              <a:spcAft>
                <a:spcPts val="0"/>
              </a:spcAft>
              <a:buSzPts val="2400"/>
              <a:buNone/>
              <a:defRPr sz="2400"/>
            </a:lvl1pPr>
            <a:lvl2pPr lvl="1" algn="l">
              <a:lnSpc>
                <a:spcPct val="90000"/>
              </a:lnSpc>
              <a:spcBef>
                <a:spcPts val="0"/>
              </a:spcBef>
              <a:spcAft>
                <a:spcPts val="0"/>
              </a:spcAft>
              <a:buSzPts val="2400"/>
              <a:buNone/>
              <a:defRPr sz="2400"/>
            </a:lvl2pPr>
            <a:lvl3pPr lvl="2" algn="l">
              <a:lnSpc>
                <a:spcPct val="90000"/>
              </a:lnSpc>
              <a:spcBef>
                <a:spcPts val="0"/>
              </a:spcBef>
              <a:spcAft>
                <a:spcPts val="0"/>
              </a:spcAft>
              <a:buSzPts val="2400"/>
              <a:buNone/>
              <a:defRPr sz="2400"/>
            </a:lvl3pPr>
            <a:lvl4pPr lvl="3" algn="l">
              <a:lnSpc>
                <a:spcPct val="90000"/>
              </a:lnSpc>
              <a:spcBef>
                <a:spcPts val="0"/>
              </a:spcBef>
              <a:spcAft>
                <a:spcPts val="0"/>
              </a:spcAft>
              <a:buSzPts val="2400"/>
              <a:buNone/>
              <a:defRPr sz="2400"/>
            </a:lvl4pPr>
            <a:lvl5pPr lvl="4" algn="l">
              <a:lnSpc>
                <a:spcPct val="90000"/>
              </a:lnSpc>
              <a:spcBef>
                <a:spcPts val="0"/>
              </a:spcBef>
              <a:spcAft>
                <a:spcPts val="0"/>
              </a:spcAft>
              <a:buSzPts val="2400"/>
              <a:buNone/>
              <a:defRPr sz="2400"/>
            </a:lvl5pPr>
            <a:lvl6pPr lvl="5" algn="l">
              <a:lnSpc>
                <a:spcPct val="90000"/>
              </a:lnSpc>
              <a:spcBef>
                <a:spcPts val="0"/>
              </a:spcBef>
              <a:spcAft>
                <a:spcPts val="0"/>
              </a:spcAft>
              <a:buSzPts val="2400"/>
              <a:buNone/>
              <a:defRPr sz="2400"/>
            </a:lvl6pPr>
            <a:lvl7pPr lvl="6" algn="l">
              <a:lnSpc>
                <a:spcPct val="90000"/>
              </a:lnSpc>
              <a:spcBef>
                <a:spcPts val="0"/>
              </a:spcBef>
              <a:spcAft>
                <a:spcPts val="0"/>
              </a:spcAft>
              <a:buSzPts val="2400"/>
              <a:buNone/>
              <a:defRPr sz="2400"/>
            </a:lvl7pPr>
            <a:lvl8pPr lvl="7" algn="l">
              <a:lnSpc>
                <a:spcPct val="90000"/>
              </a:lnSpc>
              <a:spcBef>
                <a:spcPts val="0"/>
              </a:spcBef>
              <a:spcAft>
                <a:spcPts val="0"/>
              </a:spcAft>
              <a:buSzPts val="2400"/>
              <a:buNone/>
              <a:defRPr sz="2400"/>
            </a:lvl8pPr>
            <a:lvl9pPr lvl="8" algn="l">
              <a:lnSpc>
                <a:spcPct val="90000"/>
              </a:lnSpc>
              <a:spcBef>
                <a:spcPts val="0"/>
              </a:spcBef>
              <a:spcAft>
                <a:spcPts val="0"/>
              </a:spcAft>
              <a:buSzPts val="2400"/>
              <a:buNone/>
              <a:defRPr sz="2400"/>
            </a:lvl9pPr>
          </a:lstStyle>
          <a:p/>
        </p:txBody>
      </p:sp>
      <p:sp>
        <p:nvSpPr>
          <p:cNvPr id="76" name="Google Shape;76;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8" name="Shape 78"/>
        <p:cNvGrpSpPr/>
        <p:nvPr/>
      </p:nvGrpSpPr>
      <p:grpSpPr>
        <a:xfrm>
          <a:off x="0" y="0"/>
          <a:ext cx="0" cy="0"/>
          <a:chOff x="0" y="0"/>
          <a:chExt cx="0" cy="0"/>
        </a:xfrm>
      </p:grpSpPr>
      <p:sp>
        <p:nvSpPr>
          <p:cNvPr id="79" name="Google Shape;79;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4800"/>
              <a:buNone/>
              <a:defRPr sz="4800"/>
            </a:lvl1pPr>
            <a:lvl2pPr lvl="1" algn="l">
              <a:lnSpc>
                <a:spcPct val="90000"/>
              </a:lnSpc>
              <a:spcBef>
                <a:spcPts val="0"/>
              </a:spcBef>
              <a:spcAft>
                <a:spcPts val="0"/>
              </a:spcAft>
              <a:buSzPts val="4800"/>
              <a:buNone/>
              <a:defRPr sz="4800"/>
            </a:lvl2pPr>
            <a:lvl3pPr lvl="2" algn="l">
              <a:lnSpc>
                <a:spcPct val="90000"/>
              </a:lnSpc>
              <a:spcBef>
                <a:spcPts val="0"/>
              </a:spcBef>
              <a:spcAft>
                <a:spcPts val="0"/>
              </a:spcAft>
              <a:buSzPts val="4800"/>
              <a:buNone/>
              <a:defRPr sz="4800"/>
            </a:lvl3pPr>
            <a:lvl4pPr lvl="3" algn="l">
              <a:lnSpc>
                <a:spcPct val="90000"/>
              </a:lnSpc>
              <a:spcBef>
                <a:spcPts val="0"/>
              </a:spcBef>
              <a:spcAft>
                <a:spcPts val="0"/>
              </a:spcAft>
              <a:buSzPts val="4800"/>
              <a:buNone/>
              <a:defRPr sz="4800"/>
            </a:lvl4pPr>
            <a:lvl5pPr lvl="4" algn="l">
              <a:lnSpc>
                <a:spcPct val="90000"/>
              </a:lnSpc>
              <a:spcBef>
                <a:spcPts val="0"/>
              </a:spcBef>
              <a:spcAft>
                <a:spcPts val="0"/>
              </a:spcAft>
              <a:buSzPts val="4800"/>
              <a:buNone/>
              <a:defRPr sz="4800"/>
            </a:lvl5pPr>
            <a:lvl6pPr lvl="5" algn="l">
              <a:lnSpc>
                <a:spcPct val="90000"/>
              </a:lnSpc>
              <a:spcBef>
                <a:spcPts val="0"/>
              </a:spcBef>
              <a:spcAft>
                <a:spcPts val="0"/>
              </a:spcAft>
              <a:buSzPts val="4800"/>
              <a:buNone/>
              <a:defRPr sz="4800"/>
            </a:lvl6pPr>
            <a:lvl7pPr lvl="6" algn="l">
              <a:lnSpc>
                <a:spcPct val="90000"/>
              </a:lnSpc>
              <a:spcBef>
                <a:spcPts val="0"/>
              </a:spcBef>
              <a:spcAft>
                <a:spcPts val="0"/>
              </a:spcAft>
              <a:buSzPts val="4800"/>
              <a:buNone/>
              <a:defRPr sz="4800"/>
            </a:lvl7pPr>
            <a:lvl8pPr lvl="7" algn="l">
              <a:lnSpc>
                <a:spcPct val="90000"/>
              </a:lnSpc>
              <a:spcBef>
                <a:spcPts val="0"/>
              </a:spcBef>
              <a:spcAft>
                <a:spcPts val="0"/>
              </a:spcAft>
              <a:buSzPts val="4800"/>
              <a:buNone/>
              <a:defRPr sz="4800"/>
            </a:lvl8pPr>
            <a:lvl9pPr lvl="8" algn="l">
              <a:lnSpc>
                <a:spcPct val="90000"/>
              </a:lnSpc>
              <a:spcBef>
                <a:spcPts val="0"/>
              </a:spcBef>
              <a:spcAft>
                <a:spcPts val="0"/>
              </a:spcAft>
              <a:buSzPts val="4800"/>
              <a:buNone/>
              <a:defRPr sz="4800"/>
            </a:lvl9pPr>
          </a:lstStyle>
          <a:p/>
        </p:txBody>
      </p:sp>
      <p:sp>
        <p:nvSpPr>
          <p:cNvPr id="80" name="Google Shape;80;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1" name="Shape 81"/>
        <p:cNvGrpSpPr/>
        <p:nvPr/>
      </p:nvGrpSpPr>
      <p:grpSpPr>
        <a:xfrm>
          <a:off x="0" y="0"/>
          <a:ext cx="0" cy="0"/>
          <a:chOff x="0" y="0"/>
          <a:chExt cx="0" cy="0"/>
        </a:xfrm>
      </p:grpSpPr>
      <p:sp>
        <p:nvSpPr>
          <p:cNvPr id="82" name="Google Shape;82;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90000"/>
              </a:lnSpc>
              <a:spcBef>
                <a:spcPts val="0"/>
              </a:spcBef>
              <a:spcAft>
                <a:spcPts val="0"/>
              </a:spcAft>
              <a:buSzPts val="4200"/>
              <a:buNone/>
              <a:defRPr sz="4200"/>
            </a:lvl1pPr>
            <a:lvl2pPr lvl="1" algn="ctr">
              <a:lnSpc>
                <a:spcPct val="90000"/>
              </a:lnSpc>
              <a:spcBef>
                <a:spcPts val="0"/>
              </a:spcBef>
              <a:spcAft>
                <a:spcPts val="0"/>
              </a:spcAft>
              <a:buSzPts val="4200"/>
              <a:buNone/>
              <a:defRPr sz="4200"/>
            </a:lvl2pPr>
            <a:lvl3pPr lvl="2" algn="ctr">
              <a:lnSpc>
                <a:spcPct val="90000"/>
              </a:lnSpc>
              <a:spcBef>
                <a:spcPts val="0"/>
              </a:spcBef>
              <a:spcAft>
                <a:spcPts val="0"/>
              </a:spcAft>
              <a:buSzPts val="4200"/>
              <a:buNone/>
              <a:defRPr sz="4200"/>
            </a:lvl3pPr>
            <a:lvl4pPr lvl="3" algn="ctr">
              <a:lnSpc>
                <a:spcPct val="90000"/>
              </a:lnSpc>
              <a:spcBef>
                <a:spcPts val="0"/>
              </a:spcBef>
              <a:spcAft>
                <a:spcPts val="0"/>
              </a:spcAft>
              <a:buSzPts val="4200"/>
              <a:buNone/>
              <a:defRPr sz="4200"/>
            </a:lvl4pPr>
            <a:lvl5pPr lvl="4" algn="ctr">
              <a:lnSpc>
                <a:spcPct val="90000"/>
              </a:lnSpc>
              <a:spcBef>
                <a:spcPts val="0"/>
              </a:spcBef>
              <a:spcAft>
                <a:spcPts val="0"/>
              </a:spcAft>
              <a:buSzPts val="4200"/>
              <a:buNone/>
              <a:defRPr sz="4200"/>
            </a:lvl5pPr>
            <a:lvl6pPr lvl="5" algn="ctr">
              <a:lnSpc>
                <a:spcPct val="90000"/>
              </a:lnSpc>
              <a:spcBef>
                <a:spcPts val="0"/>
              </a:spcBef>
              <a:spcAft>
                <a:spcPts val="0"/>
              </a:spcAft>
              <a:buSzPts val="4200"/>
              <a:buNone/>
              <a:defRPr sz="4200"/>
            </a:lvl6pPr>
            <a:lvl7pPr lvl="6" algn="ctr">
              <a:lnSpc>
                <a:spcPct val="90000"/>
              </a:lnSpc>
              <a:spcBef>
                <a:spcPts val="0"/>
              </a:spcBef>
              <a:spcAft>
                <a:spcPts val="0"/>
              </a:spcAft>
              <a:buSzPts val="4200"/>
              <a:buNone/>
              <a:defRPr sz="4200"/>
            </a:lvl7pPr>
            <a:lvl8pPr lvl="7" algn="ctr">
              <a:lnSpc>
                <a:spcPct val="90000"/>
              </a:lnSpc>
              <a:spcBef>
                <a:spcPts val="0"/>
              </a:spcBef>
              <a:spcAft>
                <a:spcPts val="0"/>
              </a:spcAft>
              <a:buSzPts val="4200"/>
              <a:buNone/>
              <a:defRPr sz="4200"/>
            </a:lvl8pPr>
            <a:lvl9pPr lvl="8" algn="ctr">
              <a:lnSpc>
                <a:spcPct val="90000"/>
              </a:lnSpc>
              <a:spcBef>
                <a:spcPts val="0"/>
              </a:spcBef>
              <a:spcAft>
                <a:spcPts val="0"/>
              </a:spcAft>
              <a:buSzPts val="4200"/>
              <a:buNone/>
              <a:defRPr sz="4200"/>
            </a:lvl9pPr>
          </a:lstStyle>
          <a:p/>
        </p:txBody>
      </p:sp>
      <p:sp>
        <p:nvSpPr>
          <p:cNvPr id="84" name="Google Shape;84;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5" name="Google Shape;85;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86" name="Google Shape;8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7" name="Shape 87"/>
        <p:cNvGrpSpPr/>
        <p:nvPr/>
      </p:nvGrpSpPr>
      <p:grpSpPr>
        <a:xfrm>
          <a:off x="0" y="0"/>
          <a:ext cx="0" cy="0"/>
          <a:chOff x="0" y="0"/>
          <a:chExt cx="0" cy="0"/>
        </a:xfrm>
      </p:grpSpPr>
      <p:sp>
        <p:nvSpPr>
          <p:cNvPr id="88" name="Google Shape;8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000"/>
              <a:buNone/>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89" name="Google Shape;89;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90" name="Shape 90"/>
        <p:cNvGrpSpPr/>
        <p:nvPr/>
      </p:nvGrpSpPr>
      <p:grpSpPr>
        <a:xfrm>
          <a:off x="0" y="0"/>
          <a:ext cx="0" cy="0"/>
          <a:chOff x="0" y="0"/>
          <a:chExt cx="0" cy="0"/>
        </a:xfrm>
      </p:grpSpPr>
      <p:sp>
        <p:nvSpPr>
          <p:cNvPr id="91" name="Google Shape;91;p36"/>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90000"/>
              </a:lnSpc>
              <a:spcBef>
                <a:spcPts val="0"/>
              </a:spcBef>
              <a:spcAft>
                <a:spcPts val="0"/>
              </a:spcAft>
              <a:buSzPts val="12000"/>
              <a:buNone/>
              <a:defRPr sz="12000"/>
            </a:lvl1pPr>
            <a:lvl2pPr lvl="1" algn="ctr">
              <a:lnSpc>
                <a:spcPct val="90000"/>
              </a:lnSpc>
              <a:spcBef>
                <a:spcPts val="0"/>
              </a:spcBef>
              <a:spcAft>
                <a:spcPts val="0"/>
              </a:spcAft>
              <a:buSzPts val="12000"/>
              <a:buNone/>
              <a:defRPr sz="12000"/>
            </a:lvl2pPr>
            <a:lvl3pPr lvl="2" algn="ctr">
              <a:lnSpc>
                <a:spcPct val="90000"/>
              </a:lnSpc>
              <a:spcBef>
                <a:spcPts val="0"/>
              </a:spcBef>
              <a:spcAft>
                <a:spcPts val="0"/>
              </a:spcAft>
              <a:buSzPts val="12000"/>
              <a:buNone/>
              <a:defRPr sz="12000"/>
            </a:lvl3pPr>
            <a:lvl4pPr lvl="3" algn="ctr">
              <a:lnSpc>
                <a:spcPct val="90000"/>
              </a:lnSpc>
              <a:spcBef>
                <a:spcPts val="0"/>
              </a:spcBef>
              <a:spcAft>
                <a:spcPts val="0"/>
              </a:spcAft>
              <a:buSzPts val="12000"/>
              <a:buNone/>
              <a:defRPr sz="12000"/>
            </a:lvl4pPr>
            <a:lvl5pPr lvl="4" algn="ctr">
              <a:lnSpc>
                <a:spcPct val="90000"/>
              </a:lnSpc>
              <a:spcBef>
                <a:spcPts val="0"/>
              </a:spcBef>
              <a:spcAft>
                <a:spcPts val="0"/>
              </a:spcAft>
              <a:buSzPts val="12000"/>
              <a:buNone/>
              <a:defRPr sz="12000"/>
            </a:lvl5pPr>
            <a:lvl6pPr lvl="5" algn="ctr">
              <a:lnSpc>
                <a:spcPct val="90000"/>
              </a:lnSpc>
              <a:spcBef>
                <a:spcPts val="0"/>
              </a:spcBef>
              <a:spcAft>
                <a:spcPts val="0"/>
              </a:spcAft>
              <a:buSzPts val="12000"/>
              <a:buNone/>
              <a:defRPr sz="12000"/>
            </a:lvl6pPr>
            <a:lvl7pPr lvl="6" algn="ctr">
              <a:lnSpc>
                <a:spcPct val="90000"/>
              </a:lnSpc>
              <a:spcBef>
                <a:spcPts val="0"/>
              </a:spcBef>
              <a:spcAft>
                <a:spcPts val="0"/>
              </a:spcAft>
              <a:buSzPts val="12000"/>
              <a:buNone/>
              <a:defRPr sz="12000"/>
            </a:lvl7pPr>
            <a:lvl8pPr lvl="7" algn="ctr">
              <a:lnSpc>
                <a:spcPct val="90000"/>
              </a:lnSpc>
              <a:spcBef>
                <a:spcPts val="0"/>
              </a:spcBef>
              <a:spcAft>
                <a:spcPts val="0"/>
              </a:spcAft>
              <a:buSzPts val="12000"/>
              <a:buNone/>
              <a:defRPr sz="12000"/>
            </a:lvl8pPr>
            <a:lvl9pPr lvl="8" algn="ctr">
              <a:lnSpc>
                <a:spcPct val="90000"/>
              </a:lnSpc>
              <a:spcBef>
                <a:spcPts val="0"/>
              </a:spcBef>
              <a:spcAft>
                <a:spcPts val="0"/>
              </a:spcAft>
              <a:buSzPts val="12000"/>
              <a:buNone/>
              <a:defRPr sz="12000"/>
            </a:lvl9pPr>
          </a:lstStyle>
          <a:p/>
        </p:txBody>
      </p:sp>
      <p:sp>
        <p:nvSpPr>
          <p:cNvPr id="92" name="Google Shape;9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292100" lvl="0" marL="457200" algn="ctr">
              <a:lnSpc>
                <a:spcPct val="115000"/>
              </a:lnSpc>
              <a:spcBef>
                <a:spcPts val="0"/>
              </a:spcBef>
              <a:spcAft>
                <a:spcPts val="0"/>
              </a:spcAft>
              <a:buSzPts val="1000"/>
              <a:buChar char="●"/>
              <a:defRPr/>
            </a:lvl1pPr>
            <a:lvl2pPr indent="-279400" lvl="1" marL="914400" algn="ctr">
              <a:lnSpc>
                <a:spcPct val="115000"/>
              </a:lnSpc>
              <a:spcBef>
                <a:spcPts val="0"/>
              </a:spcBef>
              <a:spcAft>
                <a:spcPts val="0"/>
              </a:spcAft>
              <a:buSzPts val="800"/>
              <a:buChar char="○"/>
              <a:defRPr/>
            </a:lvl2pPr>
            <a:lvl3pPr indent="-292100" lvl="2" marL="1371600" algn="ctr">
              <a:lnSpc>
                <a:spcPct val="115000"/>
              </a:lnSpc>
              <a:spcBef>
                <a:spcPts val="0"/>
              </a:spcBef>
              <a:spcAft>
                <a:spcPts val="0"/>
              </a:spcAft>
              <a:buSzPts val="1000"/>
              <a:buChar char="■"/>
              <a:defRPr/>
            </a:lvl3pPr>
            <a:lvl4pPr indent="-292100" lvl="3" marL="1828800" algn="ctr">
              <a:lnSpc>
                <a:spcPct val="115000"/>
              </a:lnSpc>
              <a:spcBef>
                <a:spcPts val="0"/>
              </a:spcBef>
              <a:spcAft>
                <a:spcPts val="0"/>
              </a:spcAft>
              <a:buSzPts val="1000"/>
              <a:buChar char="●"/>
              <a:defRPr/>
            </a:lvl4pPr>
            <a:lvl5pPr indent="-292100" lvl="4" marL="2286000" algn="ctr">
              <a:lnSpc>
                <a:spcPct val="115000"/>
              </a:lnSpc>
              <a:spcBef>
                <a:spcPts val="0"/>
              </a:spcBef>
              <a:spcAft>
                <a:spcPts val="0"/>
              </a:spcAft>
              <a:buSzPts val="1000"/>
              <a:buChar char="○"/>
              <a:defRPr/>
            </a:lvl5pPr>
            <a:lvl6pPr indent="-292100" lvl="5" marL="2743200" algn="ctr">
              <a:lnSpc>
                <a:spcPct val="115000"/>
              </a:lnSpc>
              <a:spcBef>
                <a:spcPts val="0"/>
              </a:spcBef>
              <a:spcAft>
                <a:spcPts val="0"/>
              </a:spcAft>
              <a:buSzPts val="1000"/>
              <a:buChar char="■"/>
              <a:defRPr/>
            </a:lvl6pPr>
            <a:lvl7pPr indent="-292100" lvl="6" marL="3200400" algn="ctr">
              <a:lnSpc>
                <a:spcPct val="115000"/>
              </a:lnSpc>
              <a:spcBef>
                <a:spcPts val="0"/>
              </a:spcBef>
              <a:spcAft>
                <a:spcPts val="0"/>
              </a:spcAft>
              <a:buSzPts val="1000"/>
              <a:buChar char="●"/>
              <a:defRPr/>
            </a:lvl7pPr>
            <a:lvl8pPr indent="-292100" lvl="7" marL="3657600" algn="ctr">
              <a:lnSpc>
                <a:spcPct val="115000"/>
              </a:lnSpc>
              <a:spcBef>
                <a:spcPts val="0"/>
              </a:spcBef>
              <a:spcAft>
                <a:spcPts val="0"/>
              </a:spcAft>
              <a:buSzPts val="1000"/>
              <a:buChar char="○"/>
              <a:defRPr/>
            </a:lvl8pPr>
            <a:lvl9pPr indent="-292100" lvl="8" marL="4114800" algn="ctr">
              <a:lnSpc>
                <a:spcPct val="115000"/>
              </a:lnSpc>
              <a:spcBef>
                <a:spcPts val="0"/>
              </a:spcBef>
              <a:spcAft>
                <a:spcPts val="0"/>
              </a:spcAft>
              <a:buSzPts val="1000"/>
              <a:buChar char="■"/>
              <a:defRPr/>
            </a:lvl9pPr>
          </a:lstStyle>
          <a:p/>
        </p:txBody>
      </p:sp>
      <p:sp>
        <p:nvSpPr>
          <p:cNvPr id="93" name="Google Shape;93;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4" name="Shape 94"/>
        <p:cNvGrpSpPr/>
        <p:nvPr/>
      </p:nvGrpSpPr>
      <p:grpSpPr>
        <a:xfrm>
          <a:off x="0" y="0"/>
          <a:ext cx="0" cy="0"/>
          <a:chOff x="0" y="0"/>
          <a:chExt cx="0" cy="0"/>
        </a:xfrm>
      </p:grpSpPr>
      <p:sp>
        <p:nvSpPr>
          <p:cNvPr id="95" name="Google Shape;95;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6" name="Shape 96"/>
        <p:cNvGrpSpPr/>
        <p:nvPr/>
      </p:nvGrpSpPr>
      <p:grpSpPr>
        <a:xfrm>
          <a:off x="0" y="0"/>
          <a:ext cx="0" cy="0"/>
          <a:chOff x="0" y="0"/>
          <a:chExt cx="0" cy="0"/>
        </a:xfrm>
      </p:grpSpPr>
      <p:sp>
        <p:nvSpPr>
          <p:cNvPr id="97" name="Google Shape;97;p38"/>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4200"/>
              <a:buNone/>
              <a:defRPr sz="4200"/>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98" name="Google Shape;9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38"/>
          <p:cNvSpPr txBox="1"/>
          <p:nvPr>
            <p:ph idx="1" type="subTitle"/>
          </p:nvPr>
        </p:nvSpPr>
        <p:spPr>
          <a:xfrm>
            <a:off x="4406650" y="39375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00" name="Google Shape;100;p38"/>
          <p:cNvSpPr txBox="1"/>
          <p:nvPr>
            <p:ph idx="2" type="subTitle"/>
          </p:nvPr>
        </p:nvSpPr>
        <p:spPr>
          <a:xfrm>
            <a:off x="4406650" y="115170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01" name="Google Shape;101;p38"/>
          <p:cNvSpPr txBox="1"/>
          <p:nvPr>
            <p:ph idx="3" type="subTitle"/>
          </p:nvPr>
        </p:nvSpPr>
        <p:spPr>
          <a:xfrm>
            <a:off x="4406650" y="342557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02" name="Google Shape;102;p38"/>
          <p:cNvSpPr txBox="1"/>
          <p:nvPr>
            <p:ph idx="4" type="subTitle"/>
          </p:nvPr>
        </p:nvSpPr>
        <p:spPr>
          <a:xfrm>
            <a:off x="4406650" y="1909660"/>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03" name="Google Shape;103;p38"/>
          <p:cNvSpPr txBox="1"/>
          <p:nvPr>
            <p:ph idx="5" type="subTitle"/>
          </p:nvPr>
        </p:nvSpPr>
        <p:spPr>
          <a:xfrm>
            <a:off x="4406650" y="418352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04" name="Google Shape;104;p38"/>
          <p:cNvSpPr txBox="1"/>
          <p:nvPr>
            <p:ph idx="6" type="subTitle"/>
          </p:nvPr>
        </p:nvSpPr>
        <p:spPr>
          <a:xfrm>
            <a:off x="4406650" y="2667615"/>
            <a:ext cx="44097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5" name="Shape 105"/>
        <p:cNvGrpSpPr/>
        <p:nvPr/>
      </p:nvGrpSpPr>
      <p:grpSpPr>
        <a:xfrm>
          <a:off x="0" y="0"/>
          <a:ext cx="0" cy="0"/>
          <a:chOff x="0" y="0"/>
          <a:chExt cx="0" cy="0"/>
        </a:xfrm>
      </p:grpSpPr>
      <p:sp>
        <p:nvSpPr>
          <p:cNvPr id="106" name="Google Shape;106;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107" name="Google Shape;107;p39"/>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108" name="Google Shape;108;p39"/>
          <p:cNvSpPr/>
          <p:nvPr>
            <p:ph idx="2" type="pic"/>
          </p:nvPr>
        </p:nvSpPr>
        <p:spPr>
          <a:xfrm>
            <a:off x="4992024" y="1152775"/>
            <a:ext cx="3840300" cy="3416400"/>
          </a:xfrm>
          <a:prstGeom prst="rect">
            <a:avLst/>
          </a:prstGeom>
          <a:noFill/>
          <a:ln>
            <a:noFill/>
          </a:ln>
        </p:spPr>
      </p:sp>
      <p:sp>
        <p:nvSpPr>
          <p:cNvPr id="109" name="Google Shape;10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
    <p:spTree>
      <p:nvGrpSpPr>
        <p:cNvPr id="110" name="Shape 110"/>
        <p:cNvGrpSpPr/>
        <p:nvPr/>
      </p:nvGrpSpPr>
      <p:grpSpPr>
        <a:xfrm>
          <a:off x="0" y="0"/>
          <a:ext cx="0" cy="0"/>
          <a:chOff x="0" y="0"/>
          <a:chExt cx="0" cy="0"/>
        </a:xfrm>
      </p:grpSpPr>
      <p:sp>
        <p:nvSpPr>
          <p:cNvPr id="111" name="Google Shape;111;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40"/>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3000"/>
              <a:buNone/>
              <a:defRPr sz="3000"/>
            </a:lvl1pPr>
            <a:lvl2pPr lvl="1" algn="l">
              <a:lnSpc>
                <a:spcPct val="90000"/>
              </a:lnSpc>
              <a:spcBef>
                <a:spcPts val="0"/>
              </a:spcBef>
              <a:spcAft>
                <a:spcPts val="0"/>
              </a:spcAft>
              <a:buSzPts val="3000"/>
              <a:buNone/>
              <a:defRPr sz="3000"/>
            </a:lvl2pPr>
            <a:lvl3pPr lvl="2" algn="l">
              <a:lnSpc>
                <a:spcPct val="90000"/>
              </a:lnSpc>
              <a:spcBef>
                <a:spcPts val="0"/>
              </a:spcBef>
              <a:spcAft>
                <a:spcPts val="0"/>
              </a:spcAft>
              <a:buSzPts val="3000"/>
              <a:buNone/>
              <a:defRPr sz="3000"/>
            </a:lvl3pPr>
            <a:lvl4pPr lvl="3" algn="l">
              <a:lnSpc>
                <a:spcPct val="90000"/>
              </a:lnSpc>
              <a:spcBef>
                <a:spcPts val="0"/>
              </a:spcBef>
              <a:spcAft>
                <a:spcPts val="0"/>
              </a:spcAft>
              <a:buSzPts val="3000"/>
              <a:buNone/>
              <a:defRPr sz="3000"/>
            </a:lvl4pPr>
            <a:lvl5pPr lvl="4" algn="l">
              <a:lnSpc>
                <a:spcPct val="90000"/>
              </a:lnSpc>
              <a:spcBef>
                <a:spcPts val="0"/>
              </a:spcBef>
              <a:spcAft>
                <a:spcPts val="0"/>
              </a:spcAft>
              <a:buSzPts val="3000"/>
              <a:buNone/>
              <a:defRPr sz="3000"/>
            </a:lvl5pPr>
            <a:lvl6pPr lvl="5" algn="l">
              <a:lnSpc>
                <a:spcPct val="90000"/>
              </a:lnSpc>
              <a:spcBef>
                <a:spcPts val="0"/>
              </a:spcBef>
              <a:spcAft>
                <a:spcPts val="0"/>
              </a:spcAft>
              <a:buSzPts val="3000"/>
              <a:buNone/>
              <a:defRPr sz="3000"/>
            </a:lvl6pPr>
            <a:lvl7pPr lvl="6" algn="l">
              <a:lnSpc>
                <a:spcPct val="90000"/>
              </a:lnSpc>
              <a:spcBef>
                <a:spcPts val="0"/>
              </a:spcBef>
              <a:spcAft>
                <a:spcPts val="0"/>
              </a:spcAft>
              <a:buSzPts val="3000"/>
              <a:buNone/>
              <a:defRPr sz="3000"/>
            </a:lvl7pPr>
            <a:lvl8pPr lvl="7" algn="l">
              <a:lnSpc>
                <a:spcPct val="90000"/>
              </a:lnSpc>
              <a:spcBef>
                <a:spcPts val="0"/>
              </a:spcBef>
              <a:spcAft>
                <a:spcPts val="0"/>
              </a:spcAft>
              <a:buSzPts val="3000"/>
              <a:buNone/>
              <a:defRPr sz="3000"/>
            </a:lvl8pPr>
            <a:lvl9pPr lvl="8" algn="l">
              <a:lnSpc>
                <a:spcPct val="90000"/>
              </a:lnSpc>
              <a:spcBef>
                <a:spcPts val="0"/>
              </a:spcBef>
              <a:spcAft>
                <a:spcPts val="0"/>
              </a:spcAft>
              <a:buSzPts val="3000"/>
              <a:buNone/>
              <a:defRPr sz="3000"/>
            </a:lvl9pPr>
          </a:lstStyle>
          <a:p/>
        </p:txBody>
      </p:sp>
      <p:sp>
        <p:nvSpPr>
          <p:cNvPr id="113" name="Google Shape;113;p40"/>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114" name="Google Shape;114;p40"/>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115" name="Google Shape;115;p40"/>
          <p:cNvSpPr txBox="1"/>
          <p:nvPr>
            <p:ph idx="3" type="subTitle"/>
          </p:nvPr>
        </p:nvSpPr>
        <p:spPr>
          <a:xfrm>
            <a:off x="48315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16" name="Google Shape;116;p40"/>
          <p:cNvSpPr txBox="1"/>
          <p:nvPr>
            <p:ph idx="4" type="subTitle"/>
          </p:nvPr>
        </p:nvSpPr>
        <p:spPr>
          <a:xfrm>
            <a:off x="5048000" y="1336161"/>
            <a:ext cx="3619800" cy="54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7" name="Shape 117"/>
        <p:cNvGrpSpPr/>
        <p:nvPr/>
      </p:nvGrpSpPr>
      <p:grpSpPr>
        <a:xfrm>
          <a:off x="0" y="0"/>
          <a:ext cx="0" cy="0"/>
          <a:chOff x="0" y="0"/>
          <a:chExt cx="0" cy="0"/>
        </a:xfrm>
      </p:grpSpPr>
      <p:sp>
        <p:nvSpPr>
          <p:cNvPr id="118" name="Google Shape;118;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41"/>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120" name="Google Shape;120;p41"/>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121" name="Google Shape;121;p41"/>
          <p:cNvSpPr txBox="1"/>
          <p:nvPr>
            <p:ph idx="3" type="body"/>
          </p:nvPr>
        </p:nvSpPr>
        <p:spPr>
          <a:xfrm>
            <a:off x="6212275" y="2417500"/>
            <a:ext cx="2455500" cy="2373600"/>
          </a:xfrm>
          <a:prstGeom prst="rect">
            <a:avLst/>
          </a:prstGeom>
          <a:noFill/>
          <a:ln>
            <a:noFill/>
          </a:ln>
        </p:spPr>
        <p:txBody>
          <a:bodyPr anchorCtr="0" anchor="t" bIns="91425" lIns="91425" spcFirstLastPara="1" rIns="91425" wrap="square" tIns="91425">
            <a:normAutofit/>
          </a:bodyPr>
          <a:lstStyle>
            <a:lvl1pPr indent="-292100" lvl="0" marL="457200" algn="l">
              <a:lnSpc>
                <a:spcPct val="115000"/>
              </a:lnSpc>
              <a:spcBef>
                <a:spcPts val="0"/>
              </a:spcBef>
              <a:spcAft>
                <a:spcPts val="0"/>
              </a:spcAft>
              <a:buSzPts val="1000"/>
              <a:buChar char="●"/>
              <a:defRPr/>
            </a:lvl1pPr>
            <a:lvl2pPr indent="-279400" lvl="1" marL="914400" algn="l">
              <a:lnSpc>
                <a:spcPct val="115000"/>
              </a:lnSpc>
              <a:spcBef>
                <a:spcPts val="0"/>
              </a:spcBef>
              <a:spcAft>
                <a:spcPts val="0"/>
              </a:spcAft>
              <a:buSzPts val="800"/>
              <a:buChar char="○"/>
              <a:defRPr/>
            </a:lvl2pPr>
            <a:lvl3pPr indent="-292100" lvl="2" marL="1371600" algn="l">
              <a:lnSpc>
                <a:spcPct val="115000"/>
              </a:lnSpc>
              <a:spcBef>
                <a:spcPts val="0"/>
              </a:spcBef>
              <a:spcAft>
                <a:spcPts val="0"/>
              </a:spcAft>
              <a:buSzPts val="1000"/>
              <a:buChar char="■"/>
              <a:defRPr/>
            </a:lvl3pPr>
            <a:lvl4pPr indent="-292100" lvl="3" marL="1828800" algn="l">
              <a:lnSpc>
                <a:spcPct val="115000"/>
              </a:lnSpc>
              <a:spcBef>
                <a:spcPts val="0"/>
              </a:spcBef>
              <a:spcAft>
                <a:spcPts val="0"/>
              </a:spcAft>
              <a:buSzPts val="1000"/>
              <a:buChar char="●"/>
              <a:defRPr/>
            </a:lvl4pPr>
            <a:lvl5pPr indent="-292100" lvl="4" marL="2286000" algn="l">
              <a:lnSpc>
                <a:spcPct val="115000"/>
              </a:lnSpc>
              <a:spcBef>
                <a:spcPts val="0"/>
              </a:spcBef>
              <a:spcAft>
                <a:spcPts val="0"/>
              </a:spcAft>
              <a:buSzPts val="1000"/>
              <a:buChar char="○"/>
              <a:defRPr/>
            </a:lvl5pPr>
            <a:lvl6pPr indent="-292100" lvl="5" marL="2743200" algn="l">
              <a:lnSpc>
                <a:spcPct val="115000"/>
              </a:lnSpc>
              <a:spcBef>
                <a:spcPts val="0"/>
              </a:spcBef>
              <a:spcAft>
                <a:spcPts val="0"/>
              </a:spcAft>
              <a:buSzPts val="1000"/>
              <a:buChar char="■"/>
              <a:defRPr/>
            </a:lvl6pPr>
            <a:lvl7pPr indent="-292100" lvl="6" marL="3200400" algn="l">
              <a:lnSpc>
                <a:spcPct val="115000"/>
              </a:lnSpc>
              <a:spcBef>
                <a:spcPts val="0"/>
              </a:spcBef>
              <a:spcAft>
                <a:spcPts val="0"/>
              </a:spcAft>
              <a:buSzPts val="1000"/>
              <a:buChar char="●"/>
              <a:defRPr/>
            </a:lvl7pPr>
            <a:lvl8pPr indent="-292100" lvl="7" marL="3657600" algn="l">
              <a:lnSpc>
                <a:spcPct val="115000"/>
              </a:lnSpc>
              <a:spcBef>
                <a:spcPts val="0"/>
              </a:spcBef>
              <a:spcAft>
                <a:spcPts val="0"/>
              </a:spcAft>
              <a:buSzPts val="1000"/>
              <a:buChar char="○"/>
              <a:defRPr/>
            </a:lvl8pPr>
            <a:lvl9pPr indent="-292100" lvl="8" marL="4114800" algn="l">
              <a:lnSpc>
                <a:spcPct val="115000"/>
              </a:lnSpc>
              <a:spcBef>
                <a:spcPts val="0"/>
              </a:spcBef>
              <a:spcAft>
                <a:spcPts val="0"/>
              </a:spcAft>
              <a:buSzPts val="1000"/>
              <a:buChar char="■"/>
              <a:defRPr/>
            </a:lvl9pPr>
          </a:lstStyle>
          <a:p/>
        </p:txBody>
      </p:sp>
      <p:sp>
        <p:nvSpPr>
          <p:cNvPr id="122" name="Google Shape;122;p41"/>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rmAutofit/>
          </a:bodyPr>
          <a:lstStyle>
            <a:lvl1pPr lvl="0" algn="l">
              <a:lnSpc>
                <a:spcPct val="90000"/>
              </a:lnSpc>
              <a:spcBef>
                <a:spcPts val="0"/>
              </a:spcBef>
              <a:spcAft>
                <a:spcPts val="0"/>
              </a:spcAft>
              <a:buSzPts val="3000"/>
              <a:buNone/>
              <a:defRPr sz="3000"/>
            </a:lvl1pPr>
            <a:lvl2pPr lvl="1" algn="l">
              <a:lnSpc>
                <a:spcPct val="90000"/>
              </a:lnSpc>
              <a:spcBef>
                <a:spcPts val="0"/>
              </a:spcBef>
              <a:spcAft>
                <a:spcPts val="0"/>
              </a:spcAft>
              <a:buSzPts val="3000"/>
              <a:buNone/>
              <a:defRPr sz="3000"/>
            </a:lvl2pPr>
            <a:lvl3pPr lvl="2" algn="l">
              <a:lnSpc>
                <a:spcPct val="90000"/>
              </a:lnSpc>
              <a:spcBef>
                <a:spcPts val="0"/>
              </a:spcBef>
              <a:spcAft>
                <a:spcPts val="0"/>
              </a:spcAft>
              <a:buSzPts val="3000"/>
              <a:buNone/>
              <a:defRPr sz="3000"/>
            </a:lvl3pPr>
            <a:lvl4pPr lvl="3" algn="l">
              <a:lnSpc>
                <a:spcPct val="90000"/>
              </a:lnSpc>
              <a:spcBef>
                <a:spcPts val="0"/>
              </a:spcBef>
              <a:spcAft>
                <a:spcPts val="0"/>
              </a:spcAft>
              <a:buSzPts val="3000"/>
              <a:buNone/>
              <a:defRPr sz="3000"/>
            </a:lvl4pPr>
            <a:lvl5pPr lvl="4" algn="l">
              <a:lnSpc>
                <a:spcPct val="90000"/>
              </a:lnSpc>
              <a:spcBef>
                <a:spcPts val="0"/>
              </a:spcBef>
              <a:spcAft>
                <a:spcPts val="0"/>
              </a:spcAft>
              <a:buSzPts val="3000"/>
              <a:buNone/>
              <a:defRPr sz="3000"/>
            </a:lvl5pPr>
            <a:lvl6pPr lvl="5" algn="l">
              <a:lnSpc>
                <a:spcPct val="90000"/>
              </a:lnSpc>
              <a:spcBef>
                <a:spcPts val="0"/>
              </a:spcBef>
              <a:spcAft>
                <a:spcPts val="0"/>
              </a:spcAft>
              <a:buSzPts val="3000"/>
              <a:buNone/>
              <a:defRPr sz="3000"/>
            </a:lvl6pPr>
            <a:lvl7pPr lvl="6" algn="l">
              <a:lnSpc>
                <a:spcPct val="90000"/>
              </a:lnSpc>
              <a:spcBef>
                <a:spcPts val="0"/>
              </a:spcBef>
              <a:spcAft>
                <a:spcPts val="0"/>
              </a:spcAft>
              <a:buSzPts val="3000"/>
              <a:buNone/>
              <a:defRPr sz="3000"/>
            </a:lvl7pPr>
            <a:lvl8pPr lvl="7" algn="l">
              <a:lnSpc>
                <a:spcPct val="90000"/>
              </a:lnSpc>
              <a:spcBef>
                <a:spcPts val="0"/>
              </a:spcBef>
              <a:spcAft>
                <a:spcPts val="0"/>
              </a:spcAft>
              <a:buSzPts val="3000"/>
              <a:buNone/>
              <a:defRPr sz="3000"/>
            </a:lvl8pPr>
            <a:lvl9pPr lvl="8" algn="l">
              <a:lnSpc>
                <a:spcPct val="90000"/>
              </a:lnSpc>
              <a:spcBef>
                <a:spcPts val="0"/>
              </a:spcBef>
              <a:spcAft>
                <a:spcPts val="0"/>
              </a:spcAft>
              <a:buSzPts val="3000"/>
              <a:buNone/>
              <a:defRPr sz="3000"/>
            </a:lvl9pPr>
          </a:lstStyle>
          <a:p/>
        </p:txBody>
      </p:sp>
      <p:sp>
        <p:nvSpPr>
          <p:cNvPr id="123" name="Google Shape;123;p41"/>
          <p:cNvSpPr txBox="1"/>
          <p:nvPr>
            <p:ph idx="4" type="subTitle"/>
          </p:nvPr>
        </p:nvSpPr>
        <p:spPr>
          <a:xfrm>
            <a:off x="4831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4" name="Google Shape;124;p41"/>
          <p:cNvSpPr txBox="1"/>
          <p:nvPr>
            <p:ph idx="5" type="subTitle"/>
          </p:nvPr>
        </p:nvSpPr>
        <p:spPr>
          <a:xfrm>
            <a:off x="334772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125" name="Google Shape;125;p41"/>
          <p:cNvSpPr txBox="1"/>
          <p:nvPr>
            <p:ph idx="6" type="subTitle"/>
          </p:nvPr>
        </p:nvSpPr>
        <p:spPr>
          <a:xfrm>
            <a:off x="6212275" y="1336150"/>
            <a:ext cx="2455500" cy="778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26" name="Shape 126"/>
        <p:cNvGrpSpPr/>
        <p:nvPr/>
      </p:nvGrpSpPr>
      <p:grpSpPr>
        <a:xfrm>
          <a:off x="0" y="0"/>
          <a:ext cx="0" cy="0"/>
          <a:chOff x="0" y="0"/>
          <a:chExt cx="0" cy="0"/>
        </a:xfrm>
      </p:grpSpPr>
      <p:sp>
        <p:nvSpPr>
          <p:cNvPr id="127" name="Google Shape;127;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128" name="Google Shape;12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30" name="Shape 130"/>
        <p:cNvGrpSpPr/>
        <p:nvPr/>
      </p:nvGrpSpPr>
      <p:grpSpPr>
        <a:xfrm>
          <a:off x="0" y="0"/>
          <a:ext cx="0" cy="0"/>
          <a:chOff x="0" y="0"/>
          <a:chExt cx="0" cy="0"/>
        </a:xfrm>
      </p:grpSpPr>
      <p:sp>
        <p:nvSpPr>
          <p:cNvPr id="131" name="Google Shape;131;p43"/>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2" name="Google Shape;132;p43"/>
          <p:cNvSpPr/>
          <p:nvPr>
            <p:ph idx="2" type="pic"/>
          </p:nvPr>
        </p:nvSpPr>
        <p:spPr>
          <a:xfrm>
            <a:off x="4804825" y="1133300"/>
            <a:ext cx="4027500" cy="2392800"/>
          </a:xfrm>
          <a:prstGeom prst="rect">
            <a:avLst/>
          </a:prstGeom>
          <a:noFill/>
          <a:ln>
            <a:noFill/>
          </a:ln>
        </p:spPr>
      </p:sp>
      <p:sp>
        <p:nvSpPr>
          <p:cNvPr id="133" name="Google Shape;133;p43"/>
          <p:cNvSpPr/>
          <p:nvPr>
            <p:ph idx="3" type="pic"/>
          </p:nvPr>
        </p:nvSpPr>
        <p:spPr>
          <a:xfrm>
            <a:off x="311725" y="1133300"/>
            <a:ext cx="4027500" cy="2392800"/>
          </a:xfrm>
          <a:prstGeom prst="rect">
            <a:avLst/>
          </a:prstGeom>
          <a:noFill/>
          <a:ln>
            <a:noFill/>
          </a:ln>
        </p:spPr>
      </p:sp>
      <p:sp>
        <p:nvSpPr>
          <p:cNvPr id="134" name="Google Shape;134;p43"/>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35" name="Google Shape;135;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137" name="Google Shape;137;p43"/>
          <p:cNvSpPr txBox="1"/>
          <p:nvPr>
            <p:ph idx="5" type="subTitle"/>
          </p:nvPr>
        </p:nvSpPr>
        <p:spPr>
          <a:xfrm>
            <a:off x="3117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38" name="Google Shape;138;p43"/>
          <p:cNvSpPr txBox="1"/>
          <p:nvPr>
            <p:ph idx="6" type="subTitle"/>
          </p:nvPr>
        </p:nvSpPr>
        <p:spPr>
          <a:xfrm>
            <a:off x="4804825" y="3582900"/>
            <a:ext cx="40275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39" name="Shape 139"/>
        <p:cNvGrpSpPr/>
        <p:nvPr/>
      </p:nvGrpSpPr>
      <p:grpSpPr>
        <a:xfrm>
          <a:off x="0" y="0"/>
          <a:ext cx="0" cy="0"/>
          <a:chOff x="0" y="0"/>
          <a:chExt cx="0" cy="0"/>
        </a:xfrm>
      </p:grpSpPr>
      <p:sp>
        <p:nvSpPr>
          <p:cNvPr id="140" name="Google Shape;140;p44"/>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1" name="Google Shape;141;p44"/>
          <p:cNvSpPr/>
          <p:nvPr>
            <p:ph idx="2" type="pic"/>
          </p:nvPr>
        </p:nvSpPr>
        <p:spPr>
          <a:xfrm>
            <a:off x="6205225" y="1128325"/>
            <a:ext cx="2627100" cy="2273100"/>
          </a:xfrm>
          <a:prstGeom prst="rect">
            <a:avLst/>
          </a:prstGeom>
          <a:noFill/>
          <a:ln>
            <a:noFill/>
          </a:ln>
        </p:spPr>
      </p:sp>
      <p:sp>
        <p:nvSpPr>
          <p:cNvPr id="142" name="Google Shape;142;p44"/>
          <p:cNvSpPr/>
          <p:nvPr>
            <p:ph idx="3" type="pic"/>
          </p:nvPr>
        </p:nvSpPr>
        <p:spPr>
          <a:xfrm>
            <a:off x="311725" y="1128325"/>
            <a:ext cx="2627100" cy="2273100"/>
          </a:xfrm>
          <a:prstGeom prst="rect">
            <a:avLst/>
          </a:prstGeom>
          <a:noFill/>
          <a:ln>
            <a:noFill/>
          </a:ln>
        </p:spPr>
      </p:sp>
      <p:sp>
        <p:nvSpPr>
          <p:cNvPr id="143" name="Google Shape;143;p44"/>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4" name="Google Shape;144;p44"/>
          <p:cNvSpPr/>
          <p:nvPr>
            <p:ph idx="5" type="pic"/>
          </p:nvPr>
        </p:nvSpPr>
        <p:spPr>
          <a:xfrm>
            <a:off x="3255250" y="1128325"/>
            <a:ext cx="2627100" cy="2273100"/>
          </a:xfrm>
          <a:prstGeom prst="rect">
            <a:avLst/>
          </a:prstGeom>
          <a:noFill/>
          <a:ln>
            <a:noFill/>
          </a:ln>
        </p:spPr>
      </p:sp>
      <p:sp>
        <p:nvSpPr>
          <p:cNvPr id="145" name="Google Shape;145;p44"/>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6" name="Google Shape;146;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148" name="Google Shape;148;p44"/>
          <p:cNvSpPr txBox="1"/>
          <p:nvPr>
            <p:ph idx="7" type="subTitle"/>
          </p:nvPr>
        </p:nvSpPr>
        <p:spPr>
          <a:xfrm>
            <a:off x="3117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49" name="Google Shape;149;p44"/>
          <p:cNvSpPr txBox="1"/>
          <p:nvPr>
            <p:ph idx="8" type="subTitle"/>
          </p:nvPr>
        </p:nvSpPr>
        <p:spPr>
          <a:xfrm>
            <a:off x="6205225"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150" name="Google Shape;150;p44"/>
          <p:cNvSpPr txBox="1"/>
          <p:nvPr>
            <p:ph idx="9" type="subTitle"/>
          </p:nvPr>
        </p:nvSpPr>
        <p:spPr>
          <a:xfrm>
            <a:off x="3255250" y="3430500"/>
            <a:ext cx="2627100" cy="4812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51" name="Shape 151"/>
        <p:cNvGrpSpPr/>
        <p:nvPr/>
      </p:nvGrpSpPr>
      <p:grpSpPr>
        <a:xfrm>
          <a:off x="0" y="0"/>
          <a:ext cx="0" cy="0"/>
          <a:chOff x="0" y="0"/>
          <a:chExt cx="0" cy="0"/>
        </a:xfrm>
      </p:grpSpPr>
      <p:sp>
        <p:nvSpPr>
          <p:cNvPr id="152" name="Google Shape;152;p45"/>
          <p:cNvSpPr/>
          <p:nvPr>
            <p:ph idx="2" type="pic"/>
          </p:nvPr>
        </p:nvSpPr>
        <p:spPr>
          <a:xfrm>
            <a:off x="311700" y="445025"/>
            <a:ext cx="8520600" cy="4218300"/>
          </a:xfrm>
          <a:prstGeom prst="rect">
            <a:avLst/>
          </a:prstGeom>
          <a:noFill/>
          <a:ln>
            <a:noFill/>
          </a:ln>
        </p:spPr>
      </p:sp>
      <p:sp>
        <p:nvSpPr>
          <p:cNvPr id="153" name="Google Shape;153;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54" name="Shape 154"/>
        <p:cNvGrpSpPr/>
        <p:nvPr/>
      </p:nvGrpSpPr>
      <p:grpSpPr>
        <a:xfrm>
          <a:off x="0" y="0"/>
          <a:ext cx="0" cy="0"/>
          <a:chOff x="0" y="0"/>
          <a:chExt cx="0" cy="0"/>
        </a:xfrm>
      </p:grpSpPr>
      <p:sp>
        <p:nvSpPr>
          <p:cNvPr id="155" name="Google Shape;155;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56" name="Google Shape;156;p46"/>
          <p:cNvSpPr/>
          <p:nvPr>
            <p:ph idx="2" type="pic"/>
          </p:nvPr>
        </p:nvSpPr>
        <p:spPr>
          <a:xfrm>
            <a:off x="3389600" y="118913"/>
            <a:ext cx="1643700" cy="1535100"/>
          </a:xfrm>
          <a:prstGeom prst="rect">
            <a:avLst/>
          </a:prstGeom>
          <a:noFill/>
          <a:ln>
            <a:noFill/>
          </a:ln>
        </p:spPr>
      </p:sp>
      <p:sp>
        <p:nvSpPr>
          <p:cNvPr id="157" name="Google Shape;157;p46"/>
          <p:cNvSpPr/>
          <p:nvPr>
            <p:ph idx="3" type="pic"/>
          </p:nvPr>
        </p:nvSpPr>
        <p:spPr>
          <a:xfrm>
            <a:off x="5195935" y="118913"/>
            <a:ext cx="1643700" cy="1535100"/>
          </a:xfrm>
          <a:prstGeom prst="rect">
            <a:avLst/>
          </a:prstGeom>
          <a:noFill/>
          <a:ln>
            <a:noFill/>
          </a:ln>
        </p:spPr>
      </p:sp>
      <p:sp>
        <p:nvSpPr>
          <p:cNvPr id="158" name="Google Shape;158;p46"/>
          <p:cNvSpPr/>
          <p:nvPr>
            <p:ph idx="4" type="pic"/>
          </p:nvPr>
        </p:nvSpPr>
        <p:spPr>
          <a:xfrm>
            <a:off x="7002270" y="118913"/>
            <a:ext cx="1643700" cy="1535100"/>
          </a:xfrm>
          <a:prstGeom prst="rect">
            <a:avLst/>
          </a:prstGeom>
          <a:noFill/>
          <a:ln>
            <a:noFill/>
          </a:ln>
        </p:spPr>
      </p:sp>
      <p:sp>
        <p:nvSpPr>
          <p:cNvPr id="159" name="Google Shape;159;p46"/>
          <p:cNvSpPr/>
          <p:nvPr>
            <p:ph idx="5" type="pic"/>
          </p:nvPr>
        </p:nvSpPr>
        <p:spPr>
          <a:xfrm>
            <a:off x="3389588" y="1804212"/>
            <a:ext cx="1643700" cy="1535100"/>
          </a:xfrm>
          <a:prstGeom prst="rect">
            <a:avLst/>
          </a:prstGeom>
          <a:noFill/>
          <a:ln>
            <a:noFill/>
          </a:ln>
        </p:spPr>
      </p:sp>
      <p:sp>
        <p:nvSpPr>
          <p:cNvPr id="160" name="Google Shape;160;p46"/>
          <p:cNvSpPr/>
          <p:nvPr>
            <p:ph idx="6" type="pic"/>
          </p:nvPr>
        </p:nvSpPr>
        <p:spPr>
          <a:xfrm>
            <a:off x="5195922" y="1804212"/>
            <a:ext cx="1643700" cy="1535100"/>
          </a:xfrm>
          <a:prstGeom prst="rect">
            <a:avLst/>
          </a:prstGeom>
          <a:noFill/>
          <a:ln>
            <a:noFill/>
          </a:ln>
        </p:spPr>
      </p:sp>
      <p:sp>
        <p:nvSpPr>
          <p:cNvPr id="161" name="Google Shape;161;p46"/>
          <p:cNvSpPr/>
          <p:nvPr>
            <p:ph idx="7" type="pic"/>
          </p:nvPr>
        </p:nvSpPr>
        <p:spPr>
          <a:xfrm>
            <a:off x="7002257" y="1804212"/>
            <a:ext cx="1643700" cy="1535100"/>
          </a:xfrm>
          <a:prstGeom prst="rect">
            <a:avLst/>
          </a:prstGeom>
          <a:noFill/>
          <a:ln>
            <a:noFill/>
          </a:ln>
        </p:spPr>
      </p:sp>
      <p:sp>
        <p:nvSpPr>
          <p:cNvPr id="162" name="Google Shape;162;p46"/>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90000"/>
              </a:lnSpc>
              <a:spcBef>
                <a:spcPts val="0"/>
              </a:spcBef>
              <a:spcAft>
                <a:spcPts val="0"/>
              </a:spcAft>
              <a:buSzPts val="3450"/>
              <a:buNone/>
              <a:defRPr/>
            </a:lvl1pPr>
            <a:lvl2pPr lvl="1" algn="l">
              <a:lnSpc>
                <a:spcPct val="90000"/>
              </a:lnSpc>
              <a:spcBef>
                <a:spcPts val="0"/>
              </a:spcBef>
              <a:spcAft>
                <a:spcPts val="0"/>
              </a:spcAft>
              <a:buSzPts val="3450"/>
              <a:buNone/>
              <a:defRPr/>
            </a:lvl2pPr>
            <a:lvl3pPr lvl="2" algn="l">
              <a:lnSpc>
                <a:spcPct val="90000"/>
              </a:lnSpc>
              <a:spcBef>
                <a:spcPts val="0"/>
              </a:spcBef>
              <a:spcAft>
                <a:spcPts val="0"/>
              </a:spcAft>
              <a:buSzPts val="3450"/>
              <a:buNone/>
              <a:defRPr/>
            </a:lvl3pPr>
            <a:lvl4pPr lvl="3" algn="l">
              <a:lnSpc>
                <a:spcPct val="90000"/>
              </a:lnSpc>
              <a:spcBef>
                <a:spcPts val="0"/>
              </a:spcBef>
              <a:spcAft>
                <a:spcPts val="0"/>
              </a:spcAft>
              <a:buSzPts val="3450"/>
              <a:buNone/>
              <a:defRPr/>
            </a:lvl4pPr>
            <a:lvl5pPr lvl="4" algn="l">
              <a:lnSpc>
                <a:spcPct val="90000"/>
              </a:lnSpc>
              <a:spcBef>
                <a:spcPts val="0"/>
              </a:spcBef>
              <a:spcAft>
                <a:spcPts val="0"/>
              </a:spcAft>
              <a:buSzPts val="3450"/>
              <a:buNone/>
              <a:defRPr/>
            </a:lvl5pPr>
            <a:lvl6pPr lvl="5" algn="l">
              <a:lnSpc>
                <a:spcPct val="90000"/>
              </a:lnSpc>
              <a:spcBef>
                <a:spcPts val="0"/>
              </a:spcBef>
              <a:spcAft>
                <a:spcPts val="0"/>
              </a:spcAft>
              <a:buSzPts val="3450"/>
              <a:buNone/>
              <a:defRPr/>
            </a:lvl6pPr>
            <a:lvl7pPr lvl="6" algn="l">
              <a:lnSpc>
                <a:spcPct val="90000"/>
              </a:lnSpc>
              <a:spcBef>
                <a:spcPts val="0"/>
              </a:spcBef>
              <a:spcAft>
                <a:spcPts val="0"/>
              </a:spcAft>
              <a:buSzPts val="3450"/>
              <a:buNone/>
              <a:defRPr/>
            </a:lvl7pPr>
            <a:lvl8pPr lvl="7" algn="l">
              <a:lnSpc>
                <a:spcPct val="90000"/>
              </a:lnSpc>
              <a:spcBef>
                <a:spcPts val="0"/>
              </a:spcBef>
              <a:spcAft>
                <a:spcPts val="0"/>
              </a:spcAft>
              <a:buSzPts val="3450"/>
              <a:buNone/>
              <a:defRPr/>
            </a:lvl8pPr>
            <a:lvl9pPr lvl="8" algn="l">
              <a:lnSpc>
                <a:spcPct val="90000"/>
              </a:lnSpc>
              <a:spcBef>
                <a:spcPts val="0"/>
              </a:spcBef>
              <a:spcAft>
                <a:spcPts val="0"/>
              </a:spcAft>
              <a:buSzPts val="3450"/>
              <a:buNone/>
              <a:defRPr/>
            </a:lvl9pPr>
          </a:lstStyle>
          <a:p/>
        </p:txBody>
      </p:sp>
      <p:sp>
        <p:nvSpPr>
          <p:cNvPr id="163" name="Google Shape;163;p46"/>
          <p:cNvSpPr/>
          <p:nvPr>
            <p:ph idx="8" type="pic"/>
          </p:nvPr>
        </p:nvSpPr>
        <p:spPr>
          <a:xfrm>
            <a:off x="3389588" y="3489487"/>
            <a:ext cx="1643700" cy="1535100"/>
          </a:xfrm>
          <a:prstGeom prst="rect">
            <a:avLst/>
          </a:prstGeom>
          <a:noFill/>
          <a:ln>
            <a:noFill/>
          </a:ln>
        </p:spPr>
      </p:sp>
      <p:sp>
        <p:nvSpPr>
          <p:cNvPr id="164" name="Google Shape;164;p46"/>
          <p:cNvSpPr/>
          <p:nvPr>
            <p:ph idx="9" type="pic"/>
          </p:nvPr>
        </p:nvSpPr>
        <p:spPr>
          <a:xfrm>
            <a:off x="5195922" y="3489487"/>
            <a:ext cx="1643700" cy="1535100"/>
          </a:xfrm>
          <a:prstGeom prst="rect">
            <a:avLst/>
          </a:prstGeom>
          <a:noFill/>
          <a:ln>
            <a:noFill/>
          </a:ln>
        </p:spPr>
      </p:sp>
      <p:sp>
        <p:nvSpPr>
          <p:cNvPr id="165" name="Google Shape;165;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number" type="secHead">
  <p:cSld name="SECTION_HEADER">
    <p:spTree>
      <p:nvGrpSpPr>
        <p:cNvPr id="166" name="Shape 166"/>
        <p:cNvGrpSpPr/>
        <p:nvPr/>
      </p:nvGrpSpPr>
      <p:grpSpPr>
        <a:xfrm>
          <a:off x="0" y="0"/>
          <a:ext cx="0" cy="0"/>
          <a:chOff x="0" y="0"/>
          <a:chExt cx="0" cy="0"/>
        </a:xfrm>
      </p:grpSpPr>
      <p:sp>
        <p:nvSpPr>
          <p:cNvPr id="167" name="Google Shape;167;p47"/>
          <p:cNvSpPr txBox="1"/>
          <p:nvPr>
            <p:ph type="title"/>
          </p:nvPr>
        </p:nvSpPr>
        <p:spPr>
          <a:xfrm>
            <a:off x="511953" y="588599"/>
            <a:ext cx="7464300" cy="841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3650"/>
              <a:buNone/>
              <a:defRPr sz="3650"/>
            </a:lvl1pPr>
            <a:lvl2pPr lvl="1" algn="ctr">
              <a:lnSpc>
                <a:spcPct val="90000"/>
              </a:lnSpc>
              <a:spcBef>
                <a:spcPts val="0"/>
              </a:spcBef>
              <a:spcAft>
                <a:spcPts val="0"/>
              </a:spcAft>
              <a:buSzPts val="3600"/>
              <a:buNone/>
              <a:defRPr sz="3600"/>
            </a:lvl2pPr>
            <a:lvl3pPr lvl="2" algn="ctr">
              <a:lnSpc>
                <a:spcPct val="90000"/>
              </a:lnSpc>
              <a:spcBef>
                <a:spcPts val="0"/>
              </a:spcBef>
              <a:spcAft>
                <a:spcPts val="0"/>
              </a:spcAft>
              <a:buSzPts val="3600"/>
              <a:buNone/>
              <a:defRPr sz="3600"/>
            </a:lvl3pPr>
            <a:lvl4pPr lvl="3" algn="ctr">
              <a:lnSpc>
                <a:spcPct val="90000"/>
              </a:lnSpc>
              <a:spcBef>
                <a:spcPts val="0"/>
              </a:spcBef>
              <a:spcAft>
                <a:spcPts val="0"/>
              </a:spcAft>
              <a:buSzPts val="3600"/>
              <a:buNone/>
              <a:defRPr sz="3600"/>
            </a:lvl4pPr>
            <a:lvl5pPr lvl="4" algn="ctr">
              <a:lnSpc>
                <a:spcPct val="90000"/>
              </a:lnSpc>
              <a:spcBef>
                <a:spcPts val="0"/>
              </a:spcBef>
              <a:spcAft>
                <a:spcPts val="0"/>
              </a:spcAft>
              <a:buSzPts val="3600"/>
              <a:buNone/>
              <a:defRPr sz="3600"/>
            </a:lvl5pPr>
            <a:lvl6pPr lvl="5" algn="ctr">
              <a:lnSpc>
                <a:spcPct val="90000"/>
              </a:lnSpc>
              <a:spcBef>
                <a:spcPts val="0"/>
              </a:spcBef>
              <a:spcAft>
                <a:spcPts val="0"/>
              </a:spcAft>
              <a:buSzPts val="3600"/>
              <a:buNone/>
              <a:defRPr sz="3600"/>
            </a:lvl6pPr>
            <a:lvl7pPr lvl="6" algn="ctr">
              <a:lnSpc>
                <a:spcPct val="90000"/>
              </a:lnSpc>
              <a:spcBef>
                <a:spcPts val="0"/>
              </a:spcBef>
              <a:spcAft>
                <a:spcPts val="0"/>
              </a:spcAft>
              <a:buSzPts val="3600"/>
              <a:buNone/>
              <a:defRPr sz="3600"/>
            </a:lvl7pPr>
            <a:lvl8pPr lvl="7" algn="ctr">
              <a:lnSpc>
                <a:spcPct val="90000"/>
              </a:lnSpc>
              <a:spcBef>
                <a:spcPts val="0"/>
              </a:spcBef>
              <a:spcAft>
                <a:spcPts val="0"/>
              </a:spcAft>
              <a:buSzPts val="3600"/>
              <a:buNone/>
              <a:defRPr sz="3600"/>
            </a:lvl8pPr>
            <a:lvl9pPr lvl="8" algn="ctr">
              <a:lnSpc>
                <a:spcPct val="90000"/>
              </a:lnSpc>
              <a:spcBef>
                <a:spcPts val="0"/>
              </a:spcBef>
              <a:spcAft>
                <a:spcPts val="0"/>
              </a:spcAft>
              <a:buSzPts val="3600"/>
              <a:buNone/>
              <a:defRPr sz="3600"/>
            </a:lvl9pPr>
          </a:lstStyle>
          <a:p/>
        </p:txBody>
      </p:sp>
      <p:sp>
        <p:nvSpPr>
          <p:cNvPr id="168" name="Google Shape;168;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9" name="Google Shape;169;p47"/>
          <p:cNvSpPr txBox="1"/>
          <p:nvPr>
            <p:ph idx="2" type="title"/>
          </p:nvPr>
        </p:nvSpPr>
        <p:spPr>
          <a:xfrm>
            <a:off x="511953" y="1430399"/>
            <a:ext cx="7464300" cy="841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3650"/>
              <a:buNone/>
              <a:defRPr sz="3650"/>
            </a:lvl1pPr>
            <a:lvl2pPr lvl="1" algn="ctr">
              <a:lnSpc>
                <a:spcPct val="90000"/>
              </a:lnSpc>
              <a:spcBef>
                <a:spcPts val="0"/>
              </a:spcBef>
              <a:spcAft>
                <a:spcPts val="0"/>
              </a:spcAft>
              <a:buSzPts val="3600"/>
              <a:buNone/>
              <a:defRPr sz="3600"/>
            </a:lvl2pPr>
            <a:lvl3pPr lvl="2" algn="ctr">
              <a:lnSpc>
                <a:spcPct val="90000"/>
              </a:lnSpc>
              <a:spcBef>
                <a:spcPts val="0"/>
              </a:spcBef>
              <a:spcAft>
                <a:spcPts val="0"/>
              </a:spcAft>
              <a:buSzPts val="3600"/>
              <a:buNone/>
              <a:defRPr sz="3600"/>
            </a:lvl3pPr>
            <a:lvl4pPr lvl="3" algn="ctr">
              <a:lnSpc>
                <a:spcPct val="90000"/>
              </a:lnSpc>
              <a:spcBef>
                <a:spcPts val="0"/>
              </a:spcBef>
              <a:spcAft>
                <a:spcPts val="0"/>
              </a:spcAft>
              <a:buSzPts val="3600"/>
              <a:buNone/>
              <a:defRPr sz="3600"/>
            </a:lvl4pPr>
            <a:lvl5pPr lvl="4" algn="ctr">
              <a:lnSpc>
                <a:spcPct val="90000"/>
              </a:lnSpc>
              <a:spcBef>
                <a:spcPts val="0"/>
              </a:spcBef>
              <a:spcAft>
                <a:spcPts val="0"/>
              </a:spcAft>
              <a:buSzPts val="3600"/>
              <a:buNone/>
              <a:defRPr sz="3600"/>
            </a:lvl5pPr>
            <a:lvl6pPr lvl="5" algn="ctr">
              <a:lnSpc>
                <a:spcPct val="90000"/>
              </a:lnSpc>
              <a:spcBef>
                <a:spcPts val="0"/>
              </a:spcBef>
              <a:spcAft>
                <a:spcPts val="0"/>
              </a:spcAft>
              <a:buSzPts val="3600"/>
              <a:buNone/>
              <a:defRPr sz="3600"/>
            </a:lvl6pPr>
            <a:lvl7pPr lvl="6" algn="ctr">
              <a:lnSpc>
                <a:spcPct val="90000"/>
              </a:lnSpc>
              <a:spcBef>
                <a:spcPts val="0"/>
              </a:spcBef>
              <a:spcAft>
                <a:spcPts val="0"/>
              </a:spcAft>
              <a:buSzPts val="3600"/>
              <a:buNone/>
              <a:defRPr sz="3600"/>
            </a:lvl7pPr>
            <a:lvl8pPr lvl="7" algn="ctr">
              <a:lnSpc>
                <a:spcPct val="90000"/>
              </a:lnSpc>
              <a:spcBef>
                <a:spcPts val="0"/>
              </a:spcBef>
              <a:spcAft>
                <a:spcPts val="0"/>
              </a:spcAft>
              <a:buSzPts val="3600"/>
              <a:buNone/>
              <a:defRPr sz="3600"/>
            </a:lvl8pPr>
            <a:lvl9pPr lvl="8" algn="ctr">
              <a:lnSpc>
                <a:spcPct val="90000"/>
              </a:lnSpc>
              <a:spcBef>
                <a:spcPts val="0"/>
              </a:spcBef>
              <a:spcAft>
                <a:spcPts val="0"/>
              </a:spcAft>
              <a:buSzPts val="3600"/>
              <a:buNone/>
              <a:defRPr sz="3600"/>
            </a:lvl9pPr>
          </a:lstStyle>
          <a:p/>
        </p:txBody>
      </p:sp>
      <p:sp>
        <p:nvSpPr>
          <p:cNvPr id="170" name="Google Shape;170;p47"/>
          <p:cNvSpPr txBox="1"/>
          <p:nvPr>
            <p:ph idx="3" type="title"/>
          </p:nvPr>
        </p:nvSpPr>
        <p:spPr>
          <a:xfrm>
            <a:off x="511953" y="2272199"/>
            <a:ext cx="7464300" cy="841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3650"/>
              <a:buNone/>
              <a:defRPr sz="3650"/>
            </a:lvl1pPr>
            <a:lvl2pPr lvl="1" algn="ctr">
              <a:lnSpc>
                <a:spcPct val="90000"/>
              </a:lnSpc>
              <a:spcBef>
                <a:spcPts val="0"/>
              </a:spcBef>
              <a:spcAft>
                <a:spcPts val="0"/>
              </a:spcAft>
              <a:buSzPts val="3600"/>
              <a:buNone/>
              <a:defRPr sz="3600"/>
            </a:lvl2pPr>
            <a:lvl3pPr lvl="2" algn="ctr">
              <a:lnSpc>
                <a:spcPct val="90000"/>
              </a:lnSpc>
              <a:spcBef>
                <a:spcPts val="0"/>
              </a:spcBef>
              <a:spcAft>
                <a:spcPts val="0"/>
              </a:spcAft>
              <a:buSzPts val="3600"/>
              <a:buNone/>
              <a:defRPr sz="3600"/>
            </a:lvl3pPr>
            <a:lvl4pPr lvl="3" algn="ctr">
              <a:lnSpc>
                <a:spcPct val="90000"/>
              </a:lnSpc>
              <a:spcBef>
                <a:spcPts val="0"/>
              </a:spcBef>
              <a:spcAft>
                <a:spcPts val="0"/>
              </a:spcAft>
              <a:buSzPts val="3600"/>
              <a:buNone/>
              <a:defRPr sz="3600"/>
            </a:lvl4pPr>
            <a:lvl5pPr lvl="4" algn="ctr">
              <a:lnSpc>
                <a:spcPct val="90000"/>
              </a:lnSpc>
              <a:spcBef>
                <a:spcPts val="0"/>
              </a:spcBef>
              <a:spcAft>
                <a:spcPts val="0"/>
              </a:spcAft>
              <a:buSzPts val="3600"/>
              <a:buNone/>
              <a:defRPr sz="3600"/>
            </a:lvl5pPr>
            <a:lvl6pPr lvl="5" algn="ctr">
              <a:lnSpc>
                <a:spcPct val="90000"/>
              </a:lnSpc>
              <a:spcBef>
                <a:spcPts val="0"/>
              </a:spcBef>
              <a:spcAft>
                <a:spcPts val="0"/>
              </a:spcAft>
              <a:buSzPts val="3600"/>
              <a:buNone/>
              <a:defRPr sz="3600"/>
            </a:lvl6pPr>
            <a:lvl7pPr lvl="6" algn="ctr">
              <a:lnSpc>
                <a:spcPct val="90000"/>
              </a:lnSpc>
              <a:spcBef>
                <a:spcPts val="0"/>
              </a:spcBef>
              <a:spcAft>
                <a:spcPts val="0"/>
              </a:spcAft>
              <a:buSzPts val="3600"/>
              <a:buNone/>
              <a:defRPr sz="3600"/>
            </a:lvl7pPr>
            <a:lvl8pPr lvl="7" algn="ctr">
              <a:lnSpc>
                <a:spcPct val="90000"/>
              </a:lnSpc>
              <a:spcBef>
                <a:spcPts val="0"/>
              </a:spcBef>
              <a:spcAft>
                <a:spcPts val="0"/>
              </a:spcAft>
              <a:buSzPts val="3600"/>
              <a:buNone/>
              <a:defRPr sz="3600"/>
            </a:lvl8pPr>
            <a:lvl9pPr lvl="8" algn="ctr">
              <a:lnSpc>
                <a:spcPct val="90000"/>
              </a:lnSpc>
              <a:spcBef>
                <a:spcPts val="0"/>
              </a:spcBef>
              <a:spcAft>
                <a:spcPts val="0"/>
              </a:spcAft>
              <a:buSzPts val="3600"/>
              <a:buNone/>
              <a:defRPr sz="3600"/>
            </a:lvl9pPr>
          </a:lstStyle>
          <a:p/>
        </p:txBody>
      </p:sp>
      <p:sp>
        <p:nvSpPr>
          <p:cNvPr id="171" name="Google Shape;171;p47"/>
          <p:cNvSpPr txBox="1"/>
          <p:nvPr>
            <p:ph idx="4" type="title"/>
          </p:nvPr>
        </p:nvSpPr>
        <p:spPr>
          <a:xfrm>
            <a:off x="511953" y="3113999"/>
            <a:ext cx="7464300" cy="841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3650"/>
              <a:buNone/>
              <a:defRPr sz="3650"/>
            </a:lvl1pPr>
            <a:lvl2pPr lvl="1" algn="ctr">
              <a:lnSpc>
                <a:spcPct val="90000"/>
              </a:lnSpc>
              <a:spcBef>
                <a:spcPts val="0"/>
              </a:spcBef>
              <a:spcAft>
                <a:spcPts val="0"/>
              </a:spcAft>
              <a:buSzPts val="3600"/>
              <a:buNone/>
              <a:defRPr sz="3600"/>
            </a:lvl2pPr>
            <a:lvl3pPr lvl="2" algn="ctr">
              <a:lnSpc>
                <a:spcPct val="90000"/>
              </a:lnSpc>
              <a:spcBef>
                <a:spcPts val="0"/>
              </a:spcBef>
              <a:spcAft>
                <a:spcPts val="0"/>
              </a:spcAft>
              <a:buSzPts val="3600"/>
              <a:buNone/>
              <a:defRPr sz="3600"/>
            </a:lvl3pPr>
            <a:lvl4pPr lvl="3" algn="ctr">
              <a:lnSpc>
                <a:spcPct val="90000"/>
              </a:lnSpc>
              <a:spcBef>
                <a:spcPts val="0"/>
              </a:spcBef>
              <a:spcAft>
                <a:spcPts val="0"/>
              </a:spcAft>
              <a:buSzPts val="3600"/>
              <a:buNone/>
              <a:defRPr sz="3600"/>
            </a:lvl4pPr>
            <a:lvl5pPr lvl="4" algn="ctr">
              <a:lnSpc>
                <a:spcPct val="90000"/>
              </a:lnSpc>
              <a:spcBef>
                <a:spcPts val="0"/>
              </a:spcBef>
              <a:spcAft>
                <a:spcPts val="0"/>
              </a:spcAft>
              <a:buSzPts val="3600"/>
              <a:buNone/>
              <a:defRPr sz="3600"/>
            </a:lvl5pPr>
            <a:lvl6pPr lvl="5" algn="ctr">
              <a:lnSpc>
                <a:spcPct val="90000"/>
              </a:lnSpc>
              <a:spcBef>
                <a:spcPts val="0"/>
              </a:spcBef>
              <a:spcAft>
                <a:spcPts val="0"/>
              </a:spcAft>
              <a:buSzPts val="3600"/>
              <a:buNone/>
              <a:defRPr sz="3600"/>
            </a:lvl6pPr>
            <a:lvl7pPr lvl="6" algn="ctr">
              <a:lnSpc>
                <a:spcPct val="90000"/>
              </a:lnSpc>
              <a:spcBef>
                <a:spcPts val="0"/>
              </a:spcBef>
              <a:spcAft>
                <a:spcPts val="0"/>
              </a:spcAft>
              <a:buSzPts val="3600"/>
              <a:buNone/>
              <a:defRPr sz="3600"/>
            </a:lvl7pPr>
            <a:lvl8pPr lvl="7" algn="ctr">
              <a:lnSpc>
                <a:spcPct val="90000"/>
              </a:lnSpc>
              <a:spcBef>
                <a:spcPts val="0"/>
              </a:spcBef>
              <a:spcAft>
                <a:spcPts val="0"/>
              </a:spcAft>
              <a:buSzPts val="3600"/>
              <a:buNone/>
              <a:defRPr sz="3600"/>
            </a:lvl8pPr>
            <a:lvl9pPr lvl="8" algn="ctr">
              <a:lnSpc>
                <a:spcPct val="90000"/>
              </a:lnSpc>
              <a:spcBef>
                <a:spcPts val="0"/>
              </a:spcBef>
              <a:spcAft>
                <a:spcPts val="0"/>
              </a:spcAft>
              <a:buSzPts val="3600"/>
              <a:buNone/>
              <a:defRPr sz="3600"/>
            </a:lvl9pPr>
          </a:lstStyle>
          <a:p/>
        </p:txBody>
      </p:sp>
      <p:sp>
        <p:nvSpPr>
          <p:cNvPr id="172" name="Google Shape;172;p47"/>
          <p:cNvSpPr txBox="1"/>
          <p:nvPr>
            <p:ph idx="5" type="title"/>
          </p:nvPr>
        </p:nvSpPr>
        <p:spPr>
          <a:xfrm>
            <a:off x="511953" y="3955799"/>
            <a:ext cx="7464300" cy="841800"/>
          </a:xfrm>
          <a:prstGeom prst="rect">
            <a:avLst/>
          </a:prstGeom>
          <a:noFill/>
          <a:ln>
            <a:noFill/>
          </a:ln>
        </p:spPr>
        <p:txBody>
          <a:bodyPr anchorCtr="0" anchor="ctr" bIns="91425" lIns="91425" spcFirstLastPara="1" rIns="91425" wrap="square" tIns="91425">
            <a:noAutofit/>
          </a:bodyPr>
          <a:lstStyle>
            <a:lvl1pPr lvl="0" algn="l">
              <a:lnSpc>
                <a:spcPct val="90000"/>
              </a:lnSpc>
              <a:spcBef>
                <a:spcPts val="0"/>
              </a:spcBef>
              <a:spcAft>
                <a:spcPts val="0"/>
              </a:spcAft>
              <a:buSzPts val="3650"/>
              <a:buNone/>
              <a:defRPr sz="3650"/>
            </a:lvl1pPr>
            <a:lvl2pPr lvl="1" algn="ctr">
              <a:lnSpc>
                <a:spcPct val="90000"/>
              </a:lnSpc>
              <a:spcBef>
                <a:spcPts val="0"/>
              </a:spcBef>
              <a:spcAft>
                <a:spcPts val="0"/>
              </a:spcAft>
              <a:buSzPts val="3600"/>
              <a:buNone/>
              <a:defRPr sz="3600"/>
            </a:lvl2pPr>
            <a:lvl3pPr lvl="2" algn="ctr">
              <a:lnSpc>
                <a:spcPct val="90000"/>
              </a:lnSpc>
              <a:spcBef>
                <a:spcPts val="0"/>
              </a:spcBef>
              <a:spcAft>
                <a:spcPts val="0"/>
              </a:spcAft>
              <a:buSzPts val="3600"/>
              <a:buNone/>
              <a:defRPr sz="3600"/>
            </a:lvl3pPr>
            <a:lvl4pPr lvl="3" algn="ctr">
              <a:lnSpc>
                <a:spcPct val="90000"/>
              </a:lnSpc>
              <a:spcBef>
                <a:spcPts val="0"/>
              </a:spcBef>
              <a:spcAft>
                <a:spcPts val="0"/>
              </a:spcAft>
              <a:buSzPts val="3600"/>
              <a:buNone/>
              <a:defRPr sz="3600"/>
            </a:lvl4pPr>
            <a:lvl5pPr lvl="4" algn="ctr">
              <a:lnSpc>
                <a:spcPct val="90000"/>
              </a:lnSpc>
              <a:spcBef>
                <a:spcPts val="0"/>
              </a:spcBef>
              <a:spcAft>
                <a:spcPts val="0"/>
              </a:spcAft>
              <a:buSzPts val="3600"/>
              <a:buNone/>
              <a:defRPr sz="3600"/>
            </a:lvl5pPr>
            <a:lvl6pPr lvl="5" algn="ctr">
              <a:lnSpc>
                <a:spcPct val="90000"/>
              </a:lnSpc>
              <a:spcBef>
                <a:spcPts val="0"/>
              </a:spcBef>
              <a:spcAft>
                <a:spcPts val="0"/>
              </a:spcAft>
              <a:buSzPts val="3600"/>
              <a:buNone/>
              <a:defRPr sz="3600"/>
            </a:lvl6pPr>
            <a:lvl7pPr lvl="6" algn="ctr">
              <a:lnSpc>
                <a:spcPct val="90000"/>
              </a:lnSpc>
              <a:spcBef>
                <a:spcPts val="0"/>
              </a:spcBef>
              <a:spcAft>
                <a:spcPts val="0"/>
              </a:spcAft>
              <a:buSzPts val="3600"/>
              <a:buNone/>
              <a:defRPr sz="3600"/>
            </a:lvl7pPr>
            <a:lvl8pPr lvl="7" algn="ctr">
              <a:lnSpc>
                <a:spcPct val="90000"/>
              </a:lnSpc>
              <a:spcBef>
                <a:spcPts val="0"/>
              </a:spcBef>
              <a:spcAft>
                <a:spcPts val="0"/>
              </a:spcAft>
              <a:buSzPts val="3600"/>
              <a:buNone/>
              <a:defRPr sz="3600"/>
            </a:lvl8pPr>
            <a:lvl9pPr lvl="8" algn="ctr">
              <a:lnSpc>
                <a:spcPct val="90000"/>
              </a:lnSpc>
              <a:spcBef>
                <a:spcPts val="0"/>
              </a:spcBef>
              <a:spcAft>
                <a:spcPts val="0"/>
              </a:spcAft>
              <a:buSzPts val="3600"/>
              <a:buNone/>
              <a:defRPr sz="3600"/>
            </a:lvl9pPr>
          </a:lstStyle>
          <a:p/>
        </p:txBody>
      </p:sp>
      <p:sp>
        <p:nvSpPr>
          <p:cNvPr id="173" name="Google Shape;173;p47"/>
          <p:cNvSpPr txBox="1"/>
          <p:nvPr>
            <p:ph idx="1" type="body"/>
          </p:nvPr>
        </p:nvSpPr>
        <p:spPr>
          <a:xfrm>
            <a:off x="196951" y="196725"/>
            <a:ext cx="18603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Clr>
                <a:schemeClr val="dk1"/>
              </a:buClr>
              <a:buSzPts val="800"/>
              <a:buChar char="●"/>
              <a:defRPr sz="800">
                <a:solidFill>
                  <a:schemeClr val="dk1"/>
                </a:solidFill>
              </a:defRPr>
            </a:lvl1pPr>
            <a:lvl2pPr indent="-279400" lvl="1" marL="914400" algn="l">
              <a:lnSpc>
                <a:spcPct val="115000"/>
              </a:lnSpc>
              <a:spcBef>
                <a:spcPts val="0"/>
              </a:spcBef>
              <a:spcAft>
                <a:spcPts val="0"/>
              </a:spcAft>
              <a:buClr>
                <a:schemeClr val="dk1"/>
              </a:buClr>
              <a:buSzPts val="800"/>
              <a:buChar char="○"/>
              <a:defRPr>
                <a:solidFill>
                  <a:schemeClr val="dk1"/>
                </a:solidFill>
              </a:defRPr>
            </a:lvl2pPr>
            <a:lvl3pPr indent="-279400" lvl="2" marL="1371600" algn="l">
              <a:lnSpc>
                <a:spcPct val="115000"/>
              </a:lnSpc>
              <a:spcBef>
                <a:spcPts val="0"/>
              </a:spcBef>
              <a:spcAft>
                <a:spcPts val="0"/>
              </a:spcAft>
              <a:buClr>
                <a:schemeClr val="dk1"/>
              </a:buClr>
              <a:buSzPts val="800"/>
              <a:buChar char="■"/>
              <a:defRPr sz="800">
                <a:solidFill>
                  <a:schemeClr val="dk1"/>
                </a:solidFill>
              </a:defRPr>
            </a:lvl3pPr>
            <a:lvl4pPr indent="-279400" lvl="3" marL="1828800" algn="l">
              <a:lnSpc>
                <a:spcPct val="115000"/>
              </a:lnSpc>
              <a:spcBef>
                <a:spcPts val="0"/>
              </a:spcBef>
              <a:spcAft>
                <a:spcPts val="0"/>
              </a:spcAft>
              <a:buClr>
                <a:schemeClr val="dk1"/>
              </a:buClr>
              <a:buSzPts val="800"/>
              <a:buChar char="●"/>
              <a:defRPr sz="800">
                <a:solidFill>
                  <a:schemeClr val="dk1"/>
                </a:solidFill>
              </a:defRPr>
            </a:lvl4pPr>
            <a:lvl5pPr indent="-279400" lvl="4" marL="2286000" algn="l">
              <a:lnSpc>
                <a:spcPct val="115000"/>
              </a:lnSpc>
              <a:spcBef>
                <a:spcPts val="0"/>
              </a:spcBef>
              <a:spcAft>
                <a:spcPts val="0"/>
              </a:spcAft>
              <a:buClr>
                <a:schemeClr val="dk1"/>
              </a:buClr>
              <a:buSzPts val="800"/>
              <a:buChar char="○"/>
              <a:defRPr sz="800">
                <a:solidFill>
                  <a:schemeClr val="dk1"/>
                </a:solidFill>
              </a:defRPr>
            </a:lvl5pPr>
            <a:lvl6pPr indent="-279400" lvl="5" marL="2743200" algn="l">
              <a:lnSpc>
                <a:spcPct val="115000"/>
              </a:lnSpc>
              <a:spcBef>
                <a:spcPts val="0"/>
              </a:spcBef>
              <a:spcAft>
                <a:spcPts val="0"/>
              </a:spcAft>
              <a:buClr>
                <a:schemeClr val="dk1"/>
              </a:buClr>
              <a:buSzPts val="800"/>
              <a:buChar char="■"/>
              <a:defRPr sz="800">
                <a:solidFill>
                  <a:schemeClr val="dk1"/>
                </a:solidFill>
              </a:defRPr>
            </a:lvl6pPr>
            <a:lvl7pPr indent="-279400" lvl="6" marL="3200400" algn="l">
              <a:lnSpc>
                <a:spcPct val="115000"/>
              </a:lnSpc>
              <a:spcBef>
                <a:spcPts val="0"/>
              </a:spcBef>
              <a:spcAft>
                <a:spcPts val="0"/>
              </a:spcAft>
              <a:buClr>
                <a:schemeClr val="dk1"/>
              </a:buClr>
              <a:buSzPts val="800"/>
              <a:buChar char="●"/>
              <a:defRPr sz="800">
                <a:solidFill>
                  <a:schemeClr val="dk1"/>
                </a:solidFill>
              </a:defRPr>
            </a:lvl7pPr>
            <a:lvl8pPr indent="-279400" lvl="7" marL="3657600" algn="l">
              <a:lnSpc>
                <a:spcPct val="115000"/>
              </a:lnSpc>
              <a:spcBef>
                <a:spcPts val="0"/>
              </a:spcBef>
              <a:spcAft>
                <a:spcPts val="0"/>
              </a:spcAft>
              <a:buClr>
                <a:schemeClr val="dk1"/>
              </a:buClr>
              <a:buSzPts val="800"/>
              <a:buChar char="○"/>
              <a:defRPr sz="800">
                <a:solidFill>
                  <a:schemeClr val="dk1"/>
                </a:solidFill>
              </a:defRPr>
            </a:lvl8pPr>
            <a:lvl9pPr indent="-279400" lvl="8" marL="4114800" algn="l">
              <a:lnSpc>
                <a:spcPct val="115000"/>
              </a:lnSpc>
              <a:spcBef>
                <a:spcPts val="0"/>
              </a:spcBef>
              <a:spcAft>
                <a:spcPts val="0"/>
              </a:spcAft>
              <a:buClr>
                <a:schemeClr val="dk1"/>
              </a:buClr>
              <a:buSzPts val="800"/>
              <a:buChar char="■"/>
              <a:defRPr sz="800">
                <a:solidFill>
                  <a:schemeClr val="dk1"/>
                </a:solidFill>
              </a:defRPr>
            </a:lvl9pPr>
          </a:lstStyle>
          <a:p/>
        </p:txBody>
      </p:sp>
      <p:sp>
        <p:nvSpPr>
          <p:cNvPr id="174" name="Google Shape;174;p47"/>
          <p:cNvSpPr txBox="1"/>
          <p:nvPr>
            <p:ph idx="6"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dk1"/>
              </a:buClr>
              <a:buSzPts val="800"/>
              <a:buChar char="●"/>
              <a:defRPr sz="800">
                <a:solidFill>
                  <a:schemeClr val="dk1"/>
                </a:solidFill>
              </a:defRPr>
            </a:lvl1pPr>
            <a:lvl2pPr indent="-279400" lvl="1" marL="914400" algn="r">
              <a:lnSpc>
                <a:spcPct val="115000"/>
              </a:lnSpc>
              <a:spcBef>
                <a:spcPts val="0"/>
              </a:spcBef>
              <a:spcAft>
                <a:spcPts val="0"/>
              </a:spcAft>
              <a:buClr>
                <a:schemeClr val="dk1"/>
              </a:buClr>
              <a:buSzPts val="800"/>
              <a:buChar char="○"/>
              <a:defRPr>
                <a:solidFill>
                  <a:schemeClr val="dk1"/>
                </a:solidFill>
              </a:defRPr>
            </a:lvl2pPr>
            <a:lvl3pPr indent="-279400" lvl="2" marL="1371600" algn="r">
              <a:lnSpc>
                <a:spcPct val="115000"/>
              </a:lnSpc>
              <a:spcBef>
                <a:spcPts val="0"/>
              </a:spcBef>
              <a:spcAft>
                <a:spcPts val="0"/>
              </a:spcAft>
              <a:buClr>
                <a:schemeClr val="dk1"/>
              </a:buClr>
              <a:buSzPts val="800"/>
              <a:buChar char="■"/>
              <a:defRPr sz="800">
                <a:solidFill>
                  <a:schemeClr val="dk1"/>
                </a:solidFill>
              </a:defRPr>
            </a:lvl3pPr>
            <a:lvl4pPr indent="-279400" lvl="3" marL="1828800" algn="r">
              <a:lnSpc>
                <a:spcPct val="115000"/>
              </a:lnSpc>
              <a:spcBef>
                <a:spcPts val="0"/>
              </a:spcBef>
              <a:spcAft>
                <a:spcPts val="0"/>
              </a:spcAft>
              <a:buClr>
                <a:schemeClr val="dk1"/>
              </a:buClr>
              <a:buSzPts val="800"/>
              <a:buChar char="●"/>
              <a:defRPr sz="800">
                <a:solidFill>
                  <a:schemeClr val="dk1"/>
                </a:solidFill>
              </a:defRPr>
            </a:lvl4pPr>
            <a:lvl5pPr indent="-279400" lvl="4" marL="2286000" algn="r">
              <a:lnSpc>
                <a:spcPct val="115000"/>
              </a:lnSpc>
              <a:spcBef>
                <a:spcPts val="0"/>
              </a:spcBef>
              <a:spcAft>
                <a:spcPts val="0"/>
              </a:spcAft>
              <a:buClr>
                <a:schemeClr val="dk1"/>
              </a:buClr>
              <a:buSzPts val="800"/>
              <a:buChar char="○"/>
              <a:defRPr sz="800">
                <a:solidFill>
                  <a:schemeClr val="dk1"/>
                </a:solidFill>
              </a:defRPr>
            </a:lvl5pPr>
            <a:lvl6pPr indent="-279400" lvl="5" marL="2743200" algn="r">
              <a:lnSpc>
                <a:spcPct val="115000"/>
              </a:lnSpc>
              <a:spcBef>
                <a:spcPts val="0"/>
              </a:spcBef>
              <a:spcAft>
                <a:spcPts val="0"/>
              </a:spcAft>
              <a:buClr>
                <a:schemeClr val="dk1"/>
              </a:buClr>
              <a:buSzPts val="800"/>
              <a:buChar char="■"/>
              <a:defRPr sz="800">
                <a:solidFill>
                  <a:schemeClr val="dk1"/>
                </a:solidFill>
              </a:defRPr>
            </a:lvl6pPr>
            <a:lvl7pPr indent="-279400" lvl="6" marL="3200400" algn="r">
              <a:lnSpc>
                <a:spcPct val="115000"/>
              </a:lnSpc>
              <a:spcBef>
                <a:spcPts val="0"/>
              </a:spcBef>
              <a:spcAft>
                <a:spcPts val="0"/>
              </a:spcAft>
              <a:buClr>
                <a:schemeClr val="dk1"/>
              </a:buClr>
              <a:buSzPts val="800"/>
              <a:buChar char="●"/>
              <a:defRPr sz="800">
                <a:solidFill>
                  <a:schemeClr val="dk1"/>
                </a:solidFill>
              </a:defRPr>
            </a:lvl7pPr>
            <a:lvl8pPr indent="-279400" lvl="7" marL="3657600" algn="r">
              <a:lnSpc>
                <a:spcPct val="115000"/>
              </a:lnSpc>
              <a:spcBef>
                <a:spcPts val="0"/>
              </a:spcBef>
              <a:spcAft>
                <a:spcPts val="0"/>
              </a:spcAft>
              <a:buClr>
                <a:schemeClr val="dk1"/>
              </a:buClr>
              <a:buSzPts val="800"/>
              <a:buChar char="○"/>
              <a:defRPr sz="800">
                <a:solidFill>
                  <a:schemeClr val="dk1"/>
                </a:solidFill>
              </a:defRPr>
            </a:lvl8pPr>
            <a:lvl9pPr indent="-279400" lvl="8" marL="4114800" algn="r">
              <a:lnSpc>
                <a:spcPct val="115000"/>
              </a:lnSpc>
              <a:spcBef>
                <a:spcPts val="0"/>
              </a:spcBef>
              <a:spcAft>
                <a:spcPts val="0"/>
              </a:spcAft>
              <a:buClr>
                <a:schemeClr val="dk1"/>
              </a:buClr>
              <a:buSzPts val="800"/>
              <a:buChar char="■"/>
              <a:defRPr sz="800">
                <a:solidFill>
                  <a:schemeClr val="dk1"/>
                </a:solidFill>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chart">
  <p:cSld name="SECTION_TITLE_AND_DESCRIPTION">
    <p:bg>
      <p:bgPr>
        <a:solidFill>
          <a:schemeClr val="lt2"/>
        </a:solidFill>
      </p:bgPr>
    </p:bg>
    <p:spTree>
      <p:nvGrpSpPr>
        <p:cNvPr id="175" name="Shape 175"/>
        <p:cNvGrpSpPr/>
        <p:nvPr/>
      </p:nvGrpSpPr>
      <p:grpSpPr>
        <a:xfrm>
          <a:off x="0" y="0"/>
          <a:ext cx="0" cy="0"/>
          <a:chOff x="0" y="0"/>
          <a:chExt cx="0" cy="0"/>
        </a:xfrm>
      </p:grpSpPr>
      <p:sp>
        <p:nvSpPr>
          <p:cNvPr id="176" name="Google Shape;176;p48"/>
          <p:cNvSpPr/>
          <p:nvPr/>
        </p:nvSpPr>
        <p:spPr>
          <a:xfrm>
            <a:off x="4305000" y="-125"/>
            <a:ext cx="4839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77" name="Google Shape;17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78" name="Google Shape;178;p48"/>
          <p:cNvSpPr txBox="1"/>
          <p:nvPr>
            <p:ph type="title"/>
          </p:nvPr>
        </p:nvSpPr>
        <p:spPr>
          <a:xfrm>
            <a:off x="197375" y="1052750"/>
            <a:ext cx="3151800" cy="1632900"/>
          </a:xfrm>
          <a:prstGeom prst="rect">
            <a:avLst/>
          </a:prstGeom>
          <a:noFill/>
          <a:ln>
            <a:noFill/>
          </a:ln>
        </p:spPr>
        <p:txBody>
          <a:bodyPr anchorCtr="0" anchor="b" bIns="91425" lIns="91425" spcFirstLastPara="1" rIns="91425" wrap="square" tIns="91425">
            <a:noAutofit/>
          </a:bodyPr>
          <a:lstStyle>
            <a:lvl1pPr lvl="0" algn="l">
              <a:lnSpc>
                <a:spcPct val="90000"/>
              </a:lnSpc>
              <a:spcBef>
                <a:spcPts val="0"/>
              </a:spcBef>
              <a:spcAft>
                <a:spcPts val="0"/>
              </a:spcAft>
              <a:buClr>
                <a:schemeClr val="dk2"/>
              </a:buClr>
              <a:buSzPts val="3450"/>
              <a:buNone/>
              <a:defRPr>
                <a:solidFill>
                  <a:schemeClr val="dk2"/>
                </a:solidFill>
              </a:defRPr>
            </a:lvl1pPr>
            <a:lvl2pPr lvl="1" algn="l">
              <a:lnSpc>
                <a:spcPct val="90000"/>
              </a:lnSpc>
              <a:spcBef>
                <a:spcPts val="0"/>
              </a:spcBef>
              <a:spcAft>
                <a:spcPts val="0"/>
              </a:spcAft>
              <a:buClr>
                <a:schemeClr val="dk2"/>
              </a:buClr>
              <a:buSzPts val="3450"/>
              <a:buNone/>
              <a:defRPr>
                <a:solidFill>
                  <a:schemeClr val="dk2"/>
                </a:solidFill>
              </a:defRPr>
            </a:lvl2pPr>
            <a:lvl3pPr lvl="2" algn="l">
              <a:lnSpc>
                <a:spcPct val="90000"/>
              </a:lnSpc>
              <a:spcBef>
                <a:spcPts val="0"/>
              </a:spcBef>
              <a:spcAft>
                <a:spcPts val="0"/>
              </a:spcAft>
              <a:buClr>
                <a:schemeClr val="dk2"/>
              </a:buClr>
              <a:buSzPts val="3450"/>
              <a:buNone/>
              <a:defRPr>
                <a:solidFill>
                  <a:schemeClr val="dk2"/>
                </a:solidFill>
              </a:defRPr>
            </a:lvl3pPr>
            <a:lvl4pPr lvl="3" algn="l">
              <a:lnSpc>
                <a:spcPct val="90000"/>
              </a:lnSpc>
              <a:spcBef>
                <a:spcPts val="0"/>
              </a:spcBef>
              <a:spcAft>
                <a:spcPts val="0"/>
              </a:spcAft>
              <a:buClr>
                <a:schemeClr val="dk2"/>
              </a:buClr>
              <a:buSzPts val="3450"/>
              <a:buNone/>
              <a:defRPr>
                <a:solidFill>
                  <a:schemeClr val="dk2"/>
                </a:solidFill>
              </a:defRPr>
            </a:lvl4pPr>
            <a:lvl5pPr lvl="4" algn="l">
              <a:lnSpc>
                <a:spcPct val="90000"/>
              </a:lnSpc>
              <a:spcBef>
                <a:spcPts val="0"/>
              </a:spcBef>
              <a:spcAft>
                <a:spcPts val="0"/>
              </a:spcAft>
              <a:buClr>
                <a:schemeClr val="dk2"/>
              </a:buClr>
              <a:buSzPts val="3450"/>
              <a:buNone/>
              <a:defRPr>
                <a:solidFill>
                  <a:schemeClr val="dk2"/>
                </a:solidFill>
              </a:defRPr>
            </a:lvl5pPr>
            <a:lvl6pPr lvl="5" algn="l">
              <a:lnSpc>
                <a:spcPct val="90000"/>
              </a:lnSpc>
              <a:spcBef>
                <a:spcPts val="0"/>
              </a:spcBef>
              <a:spcAft>
                <a:spcPts val="0"/>
              </a:spcAft>
              <a:buClr>
                <a:schemeClr val="dk2"/>
              </a:buClr>
              <a:buSzPts val="3450"/>
              <a:buNone/>
              <a:defRPr>
                <a:solidFill>
                  <a:schemeClr val="dk2"/>
                </a:solidFill>
              </a:defRPr>
            </a:lvl6pPr>
            <a:lvl7pPr lvl="6" algn="l">
              <a:lnSpc>
                <a:spcPct val="90000"/>
              </a:lnSpc>
              <a:spcBef>
                <a:spcPts val="0"/>
              </a:spcBef>
              <a:spcAft>
                <a:spcPts val="0"/>
              </a:spcAft>
              <a:buClr>
                <a:schemeClr val="dk2"/>
              </a:buClr>
              <a:buSzPts val="3450"/>
              <a:buNone/>
              <a:defRPr>
                <a:solidFill>
                  <a:schemeClr val="dk2"/>
                </a:solidFill>
              </a:defRPr>
            </a:lvl7pPr>
            <a:lvl8pPr lvl="7" algn="l">
              <a:lnSpc>
                <a:spcPct val="90000"/>
              </a:lnSpc>
              <a:spcBef>
                <a:spcPts val="0"/>
              </a:spcBef>
              <a:spcAft>
                <a:spcPts val="0"/>
              </a:spcAft>
              <a:buClr>
                <a:schemeClr val="dk2"/>
              </a:buClr>
              <a:buSzPts val="3450"/>
              <a:buNone/>
              <a:defRPr>
                <a:solidFill>
                  <a:schemeClr val="dk2"/>
                </a:solidFill>
              </a:defRPr>
            </a:lvl8pPr>
            <a:lvl9pPr lvl="8" algn="l">
              <a:lnSpc>
                <a:spcPct val="90000"/>
              </a:lnSpc>
              <a:spcBef>
                <a:spcPts val="0"/>
              </a:spcBef>
              <a:spcAft>
                <a:spcPts val="0"/>
              </a:spcAft>
              <a:buClr>
                <a:schemeClr val="dk2"/>
              </a:buClr>
              <a:buSzPts val="3450"/>
              <a:buNone/>
              <a:defRPr>
                <a:solidFill>
                  <a:schemeClr val="dk2"/>
                </a:solidFill>
              </a:defRPr>
            </a:lvl9pPr>
          </a:lstStyle>
          <a:p/>
        </p:txBody>
      </p:sp>
      <p:sp>
        <p:nvSpPr>
          <p:cNvPr id="179" name="Google Shape;179;p48"/>
          <p:cNvSpPr txBox="1"/>
          <p:nvPr>
            <p:ph idx="1" type="body"/>
          </p:nvPr>
        </p:nvSpPr>
        <p:spPr>
          <a:xfrm>
            <a:off x="197375" y="2685650"/>
            <a:ext cx="3151800" cy="18225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vl2pPr indent="-292100" lvl="1" marL="914400" algn="l">
              <a:lnSpc>
                <a:spcPct val="100000"/>
              </a:lnSpc>
              <a:spcBef>
                <a:spcPts val="0"/>
              </a:spcBef>
              <a:spcAft>
                <a:spcPts val="0"/>
              </a:spcAft>
              <a:buSzPts val="1000"/>
              <a:buChar char="○"/>
              <a:defRPr sz="1000"/>
            </a:lvl2pPr>
            <a:lvl3pPr indent="-292100" lvl="2" marL="1371600" algn="l">
              <a:lnSpc>
                <a:spcPct val="100000"/>
              </a:lnSpc>
              <a:spcBef>
                <a:spcPts val="0"/>
              </a:spcBef>
              <a:spcAft>
                <a:spcPts val="0"/>
              </a:spcAft>
              <a:buSzPts val="1000"/>
              <a:buChar char="■"/>
              <a:defRPr/>
            </a:lvl3pPr>
            <a:lvl4pPr indent="-292100" lvl="3" marL="1828800" algn="l">
              <a:lnSpc>
                <a:spcPct val="100000"/>
              </a:lnSpc>
              <a:spcBef>
                <a:spcPts val="0"/>
              </a:spcBef>
              <a:spcAft>
                <a:spcPts val="0"/>
              </a:spcAft>
              <a:buSzPts val="1000"/>
              <a:buChar char="●"/>
              <a:defRPr/>
            </a:lvl4pPr>
            <a:lvl5pPr indent="-292100" lvl="4" marL="2286000" algn="l">
              <a:lnSpc>
                <a:spcPct val="100000"/>
              </a:lnSpc>
              <a:spcBef>
                <a:spcPts val="0"/>
              </a:spcBef>
              <a:spcAft>
                <a:spcPts val="0"/>
              </a:spcAft>
              <a:buSzPts val="1000"/>
              <a:buChar char="○"/>
              <a:defRPr/>
            </a:lvl5pPr>
            <a:lvl6pPr indent="-292100" lvl="5" marL="2743200" algn="l">
              <a:lnSpc>
                <a:spcPct val="100000"/>
              </a:lnSpc>
              <a:spcBef>
                <a:spcPts val="0"/>
              </a:spcBef>
              <a:spcAft>
                <a:spcPts val="0"/>
              </a:spcAft>
              <a:buSzPts val="1000"/>
              <a:buChar char="■"/>
              <a:defRPr/>
            </a:lvl6pPr>
            <a:lvl7pPr indent="-292100" lvl="6" marL="3200400" algn="l">
              <a:lnSpc>
                <a:spcPct val="100000"/>
              </a:lnSpc>
              <a:spcBef>
                <a:spcPts val="0"/>
              </a:spcBef>
              <a:spcAft>
                <a:spcPts val="0"/>
              </a:spcAft>
              <a:buSzPts val="1000"/>
              <a:buChar char="●"/>
              <a:defRPr/>
            </a:lvl7pPr>
            <a:lvl8pPr indent="-292100" lvl="7" marL="3657600" algn="l">
              <a:lnSpc>
                <a:spcPct val="100000"/>
              </a:lnSpc>
              <a:spcBef>
                <a:spcPts val="0"/>
              </a:spcBef>
              <a:spcAft>
                <a:spcPts val="0"/>
              </a:spcAft>
              <a:buSzPts val="1000"/>
              <a:buChar char="○"/>
              <a:defRPr/>
            </a:lvl8pPr>
            <a:lvl9pPr indent="-292100" lvl="8" marL="4114800" algn="l">
              <a:lnSpc>
                <a:spcPct val="100000"/>
              </a:lnSpc>
              <a:spcBef>
                <a:spcPts val="0"/>
              </a:spcBef>
              <a:spcAft>
                <a:spcPts val="0"/>
              </a:spcAft>
              <a:buSzPts val="1000"/>
              <a:buChar char="■"/>
              <a:defRPr/>
            </a:lvl9pPr>
          </a:lstStyle>
          <a:p/>
        </p:txBody>
      </p:sp>
      <p:sp>
        <p:nvSpPr>
          <p:cNvPr id="180" name="Google Shape;180;p48"/>
          <p:cNvSpPr txBox="1"/>
          <p:nvPr>
            <p:ph idx="2" type="body"/>
          </p:nvPr>
        </p:nvSpPr>
        <p:spPr>
          <a:xfrm>
            <a:off x="196951" y="196725"/>
            <a:ext cx="18606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SzPts val="800"/>
              <a:buChar char="●"/>
              <a:defRPr sz="800"/>
            </a:lvl1pPr>
            <a:lvl2pPr indent="-279400" lvl="1" marL="914400" algn="l">
              <a:lnSpc>
                <a:spcPct val="115000"/>
              </a:lnSpc>
              <a:spcBef>
                <a:spcPts val="0"/>
              </a:spcBef>
              <a:spcAft>
                <a:spcPts val="0"/>
              </a:spcAft>
              <a:buSzPts val="800"/>
              <a:buChar char="○"/>
              <a:defRPr/>
            </a:lvl2pPr>
            <a:lvl3pPr indent="-279400" lvl="2" marL="1371600" algn="l">
              <a:lnSpc>
                <a:spcPct val="115000"/>
              </a:lnSpc>
              <a:spcBef>
                <a:spcPts val="0"/>
              </a:spcBef>
              <a:spcAft>
                <a:spcPts val="0"/>
              </a:spcAft>
              <a:buSzPts val="800"/>
              <a:buChar char="■"/>
              <a:defRPr sz="800"/>
            </a:lvl3pPr>
            <a:lvl4pPr indent="-279400" lvl="3" marL="1828800" algn="l">
              <a:lnSpc>
                <a:spcPct val="115000"/>
              </a:lnSpc>
              <a:spcBef>
                <a:spcPts val="0"/>
              </a:spcBef>
              <a:spcAft>
                <a:spcPts val="0"/>
              </a:spcAft>
              <a:buSzPts val="800"/>
              <a:buChar char="●"/>
              <a:defRPr sz="800"/>
            </a:lvl4pPr>
            <a:lvl5pPr indent="-279400" lvl="4" marL="2286000" algn="l">
              <a:lnSpc>
                <a:spcPct val="115000"/>
              </a:lnSpc>
              <a:spcBef>
                <a:spcPts val="0"/>
              </a:spcBef>
              <a:spcAft>
                <a:spcPts val="0"/>
              </a:spcAft>
              <a:buSzPts val="800"/>
              <a:buChar char="○"/>
              <a:defRPr sz="800"/>
            </a:lvl5pPr>
            <a:lvl6pPr indent="-279400" lvl="5" marL="2743200" algn="l">
              <a:lnSpc>
                <a:spcPct val="115000"/>
              </a:lnSpc>
              <a:spcBef>
                <a:spcPts val="0"/>
              </a:spcBef>
              <a:spcAft>
                <a:spcPts val="0"/>
              </a:spcAft>
              <a:buSzPts val="800"/>
              <a:buChar char="■"/>
              <a:defRPr sz="800"/>
            </a:lvl6pPr>
            <a:lvl7pPr indent="-279400" lvl="6" marL="3200400" algn="l">
              <a:lnSpc>
                <a:spcPct val="115000"/>
              </a:lnSpc>
              <a:spcBef>
                <a:spcPts val="0"/>
              </a:spcBef>
              <a:spcAft>
                <a:spcPts val="0"/>
              </a:spcAft>
              <a:buSzPts val="800"/>
              <a:buChar char="●"/>
              <a:defRPr sz="800"/>
            </a:lvl7pPr>
            <a:lvl8pPr indent="-279400" lvl="7" marL="3657600" algn="l">
              <a:lnSpc>
                <a:spcPct val="115000"/>
              </a:lnSpc>
              <a:spcBef>
                <a:spcPts val="0"/>
              </a:spcBef>
              <a:spcAft>
                <a:spcPts val="0"/>
              </a:spcAft>
              <a:buSzPts val="800"/>
              <a:buChar char="○"/>
              <a:defRPr sz="800"/>
            </a:lvl8pPr>
            <a:lvl9pPr indent="-279400" lvl="8" marL="4114800" algn="l">
              <a:lnSpc>
                <a:spcPct val="115000"/>
              </a:lnSpc>
              <a:spcBef>
                <a:spcPts val="0"/>
              </a:spcBef>
              <a:spcAft>
                <a:spcPts val="0"/>
              </a:spcAft>
              <a:buSzPts val="800"/>
              <a:buChar char="■"/>
              <a:defRPr sz="800"/>
            </a:lvl9pPr>
          </a:lstStyle>
          <a:p/>
        </p:txBody>
      </p:sp>
      <p:sp>
        <p:nvSpPr>
          <p:cNvPr id="181" name="Google Shape;181;p48"/>
          <p:cNvSpPr txBox="1"/>
          <p:nvPr>
            <p:ph idx="3"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Clr>
                <a:schemeClr val="lt1"/>
              </a:buClr>
              <a:buSzPts val="800"/>
              <a:buChar char="●"/>
              <a:defRPr sz="800">
                <a:solidFill>
                  <a:schemeClr val="lt1"/>
                </a:solidFill>
              </a:defRPr>
            </a:lvl1pPr>
            <a:lvl2pPr indent="-279400" lvl="1" marL="914400" algn="r">
              <a:lnSpc>
                <a:spcPct val="115000"/>
              </a:lnSpc>
              <a:spcBef>
                <a:spcPts val="0"/>
              </a:spcBef>
              <a:spcAft>
                <a:spcPts val="0"/>
              </a:spcAft>
              <a:buClr>
                <a:schemeClr val="lt1"/>
              </a:buClr>
              <a:buSzPts val="800"/>
              <a:buChar char="○"/>
              <a:defRPr>
                <a:solidFill>
                  <a:schemeClr val="lt1"/>
                </a:solidFill>
              </a:defRPr>
            </a:lvl2pPr>
            <a:lvl3pPr indent="-279400" lvl="2" marL="1371600" algn="r">
              <a:lnSpc>
                <a:spcPct val="115000"/>
              </a:lnSpc>
              <a:spcBef>
                <a:spcPts val="0"/>
              </a:spcBef>
              <a:spcAft>
                <a:spcPts val="0"/>
              </a:spcAft>
              <a:buClr>
                <a:schemeClr val="lt1"/>
              </a:buClr>
              <a:buSzPts val="800"/>
              <a:buChar char="■"/>
              <a:defRPr sz="800">
                <a:solidFill>
                  <a:schemeClr val="lt1"/>
                </a:solidFill>
              </a:defRPr>
            </a:lvl3pPr>
            <a:lvl4pPr indent="-279400" lvl="3" marL="1828800" algn="r">
              <a:lnSpc>
                <a:spcPct val="115000"/>
              </a:lnSpc>
              <a:spcBef>
                <a:spcPts val="0"/>
              </a:spcBef>
              <a:spcAft>
                <a:spcPts val="0"/>
              </a:spcAft>
              <a:buClr>
                <a:schemeClr val="lt1"/>
              </a:buClr>
              <a:buSzPts val="800"/>
              <a:buChar char="●"/>
              <a:defRPr sz="800">
                <a:solidFill>
                  <a:schemeClr val="lt1"/>
                </a:solidFill>
              </a:defRPr>
            </a:lvl4pPr>
            <a:lvl5pPr indent="-279400" lvl="4" marL="2286000" algn="r">
              <a:lnSpc>
                <a:spcPct val="115000"/>
              </a:lnSpc>
              <a:spcBef>
                <a:spcPts val="0"/>
              </a:spcBef>
              <a:spcAft>
                <a:spcPts val="0"/>
              </a:spcAft>
              <a:buClr>
                <a:schemeClr val="lt1"/>
              </a:buClr>
              <a:buSzPts val="800"/>
              <a:buChar char="○"/>
              <a:defRPr sz="800">
                <a:solidFill>
                  <a:schemeClr val="lt1"/>
                </a:solidFill>
              </a:defRPr>
            </a:lvl5pPr>
            <a:lvl6pPr indent="-279400" lvl="5" marL="2743200" algn="r">
              <a:lnSpc>
                <a:spcPct val="115000"/>
              </a:lnSpc>
              <a:spcBef>
                <a:spcPts val="0"/>
              </a:spcBef>
              <a:spcAft>
                <a:spcPts val="0"/>
              </a:spcAft>
              <a:buClr>
                <a:schemeClr val="lt1"/>
              </a:buClr>
              <a:buSzPts val="800"/>
              <a:buChar char="■"/>
              <a:defRPr sz="800">
                <a:solidFill>
                  <a:schemeClr val="lt1"/>
                </a:solidFill>
              </a:defRPr>
            </a:lvl6pPr>
            <a:lvl7pPr indent="-279400" lvl="6" marL="3200400" algn="r">
              <a:lnSpc>
                <a:spcPct val="115000"/>
              </a:lnSpc>
              <a:spcBef>
                <a:spcPts val="0"/>
              </a:spcBef>
              <a:spcAft>
                <a:spcPts val="0"/>
              </a:spcAft>
              <a:buClr>
                <a:schemeClr val="lt1"/>
              </a:buClr>
              <a:buSzPts val="800"/>
              <a:buChar char="●"/>
              <a:defRPr sz="800">
                <a:solidFill>
                  <a:schemeClr val="lt1"/>
                </a:solidFill>
              </a:defRPr>
            </a:lvl7pPr>
            <a:lvl8pPr indent="-279400" lvl="7" marL="3657600" algn="r">
              <a:lnSpc>
                <a:spcPct val="115000"/>
              </a:lnSpc>
              <a:spcBef>
                <a:spcPts val="0"/>
              </a:spcBef>
              <a:spcAft>
                <a:spcPts val="0"/>
              </a:spcAft>
              <a:buClr>
                <a:schemeClr val="lt1"/>
              </a:buClr>
              <a:buSzPts val="800"/>
              <a:buChar char="○"/>
              <a:defRPr sz="800">
                <a:solidFill>
                  <a:schemeClr val="lt1"/>
                </a:solidFill>
              </a:defRPr>
            </a:lvl8pPr>
            <a:lvl9pPr indent="-279400" lvl="8" marL="4114800" algn="r">
              <a:lnSpc>
                <a:spcPct val="115000"/>
              </a:lnSpc>
              <a:spcBef>
                <a:spcPts val="0"/>
              </a:spcBef>
              <a:spcAft>
                <a:spcPts val="0"/>
              </a:spcAft>
              <a:buClr>
                <a:schemeClr val="lt1"/>
              </a:buClr>
              <a:buSzPts val="800"/>
              <a:buChar char="■"/>
              <a:defRPr sz="800">
                <a:solidFill>
                  <a:schemeClr val="lt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ppendix">
  <p:cSld name="CAPTION_ONLY">
    <p:bg>
      <p:bgPr>
        <a:solidFill>
          <a:schemeClr val="lt2"/>
        </a:solidFill>
      </p:bgPr>
    </p:bg>
    <p:spTree>
      <p:nvGrpSpPr>
        <p:cNvPr id="182" name="Shape 182"/>
        <p:cNvGrpSpPr/>
        <p:nvPr/>
      </p:nvGrpSpPr>
      <p:grpSpPr>
        <a:xfrm>
          <a:off x="0" y="0"/>
          <a:ext cx="0" cy="0"/>
          <a:chOff x="0" y="0"/>
          <a:chExt cx="0" cy="0"/>
        </a:xfrm>
      </p:grpSpPr>
      <p:sp>
        <p:nvSpPr>
          <p:cNvPr id="183" name="Google Shape;183;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chemeClr val="dk2"/>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49"/>
          <p:cNvSpPr txBox="1"/>
          <p:nvPr>
            <p:ph idx="1" type="body"/>
          </p:nvPr>
        </p:nvSpPr>
        <p:spPr>
          <a:xfrm>
            <a:off x="203000" y="891450"/>
            <a:ext cx="2644800" cy="429000"/>
          </a:xfrm>
          <a:prstGeom prst="rect">
            <a:avLst/>
          </a:prstGeom>
          <a:noFill/>
          <a:ln>
            <a:noFill/>
          </a:ln>
        </p:spPr>
        <p:txBody>
          <a:bodyPr anchorCtr="0" anchor="ctr" bIns="91425" lIns="91425" spcFirstLastPara="1" rIns="91425" wrap="square" tIns="91425">
            <a:no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185" name="Google Shape;185;p49"/>
          <p:cNvSpPr txBox="1"/>
          <p:nvPr>
            <p:ph idx="2" type="body"/>
          </p:nvPr>
        </p:nvSpPr>
        <p:spPr>
          <a:xfrm>
            <a:off x="203000" y="132045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186" name="Google Shape;186;p49"/>
          <p:cNvSpPr txBox="1"/>
          <p:nvPr>
            <p:ph idx="3" type="body"/>
          </p:nvPr>
        </p:nvSpPr>
        <p:spPr>
          <a:xfrm>
            <a:off x="203000" y="158865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187" name="Google Shape;187;p49"/>
          <p:cNvSpPr txBox="1"/>
          <p:nvPr>
            <p:ph idx="4" type="body"/>
          </p:nvPr>
        </p:nvSpPr>
        <p:spPr>
          <a:xfrm>
            <a:off x="203000" y="2206550"/>
            <a:ext cx="2644800" cy="429000"/>
          </a:xfrm>
          <a:prstGeom prst="rect">
            <a:avLst/>
          </a:prstGeom>
          <a:noFill/>
          <a:ln>
            <a:noFill/>
          </a:ln>
        </p:spPr>
        <p:txBody>
          <a:bodyPr anchorCtr="0" anchor="ctr" bIns="91425" lIns="91425" spcFirstLastPara="1" rIns="91425" wrap="square" tIns="91425">
            <a:norm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188" name="Google Shape;188;p49"/>
          <p:cNvSpPr txBox="1"/>
          <p:nvPr>
            <p:ph idx="5" type="body"/>
          </p:nvPr>
        </p:nvSpPr>
        <p:spPr>
          <a:xfrm>
            <a:off x="203000" y="263555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189" name="Google Shape;189;p49"/>
          <p:cNvSpPr txBox="1"/>
          <p:nvPr>
            <p:ph idx="6" type="body"/>
          </p:nvPr>
        </p:nvSpPr>
        <p:spPr>
          <a:xfrm>
            <a:off x="203000" y="290375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190" name="Google Shape;190;p49"/>
          <p:cNvSpPr txBox="1"/>
          <p:nvPr>
            <p:ph idx="7" type="body"/>
          </p:nvPr>
        </p:nvSpPr>
        <p:spPr>
          <a:xfrm>
            <a:off x="203000" y="3433400"/>
            <a:ext cx="2644800" cy="429000"/>
          </a:xfrm>
          <a:prstGeom prst="rect">
            <a:avLst/>
          </a:prstGeom>
          <a:noFill/>
          <a:ln>
            <a:noFill/>
          </a:ln>
        </p:spPr>
        <p:txBody>
          <a:bodyPr anchorCtr="0" anchor="ctr" bIns="91425" lIns="91425" spcFirstLastPara="1" rIns="91425" wrap="square" tIns="91425">
            <a:no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191" name="Google Shape;191;p49"/>
          <p:cNvSpPr txBox="1"/>
          <p:nvPr>
            <p:ph idx="8" type="body"/>
          </p:nvPr>
        </p:nvSpPr>
        <p:spPr>
          <a:xfrm>
            <a:off x="203000" y="386240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192" name="Google Shape;192;p49"/>
          <p:cNvSpPr txBox="1"/>
          <p:nvPr>
            <p:ph idx="9" type="body"/>
          </p:nvPr>
        </p:nvSpPr>
        <p:spPr>
          <a:xfrm>
            <a:off x="203000" y="413060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193" name="Google Shape;193;p49"/>
          <p:cNvSpPr txBox="1"/>
          <p:nvPr>
            <p:ph idx="13" type="body"/>
          </p:nvPr>
        </p:nvSpPr>
        <p:spPr>
          <a:xfrm>
            <a:off x="3249600" y="891450"/>
            <a:ext cx="2644800" cy="429000"/>
          </a:xfrm>
          <a:prstGeom prst="rect">
            <a:avLst/>
          </a:prstGeom>
          <a:noFill/>
          <a:ln>
            <a:noFill/>
          </a:ln>
        </p:spPr>
        <p:txBody>
          <a:bodyPr anchorCtr="0" anchor="ctr" bIns="91425" lIns="91425" spcFirstLastPara="1" rIns="91425" wrap="square" tIns="91425">
            <a:norm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194" name="Google Shape;194;p49"/>
          <p:cNvSpPr txBox="1"/>
          <p:nvPr>
            <p:ph idx="14" type="body"/>
          </p:nvPr>
        </p:nvSpPr>
        <p:spPr>
          <a:xfrm>
            <a:off x="3249600" y="132045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195" name="Google Shape;195;p49"/>
          <p:cNvSpPr txBox="1"/>
          <p:nvPr>
            <p:ph idx="15" type="body"/>
          </p:nvPr>
        </p:nvSpPr>
        <p:spPr>
          <a:xfrm>
            <a:off x="3249600" y="158865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196" name="Google Shape;196;p49"/>
          <p:cNvSpPr txBox="1"/>
          <p:nvPr>
            <p:ph idx="16" type="body"/>
          </p:nvPr>
        </p:nvSpPr>
        <p:spPr>
          <a:xfrm>
            <a:off x="3249600" y="2206550"/>
            <a:ext cx="2644800" cy="429000"/>
          </a:xfrm>
          <a:prstGeom prst="rect">
            <a:avLst/>
          </a:prstGeom>
          <a:noFill/>
          <a:ln>
            <a:noFill/>
          </a:ln>
        </p:spPr>
        <p:txBody>
          <a:bodyPr anchorCtr="0" anchor="ctr" bIns="91425" lIns="91425" spcFirstLastPara="1" rIns="91425" wrap="square" tIns="91425">
            <a:norm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197" name="Google Shape;197;p49"/>
          <p:cNvSpPr txBox="1"/>
          <p:nvPr>
            <p:ph idx="17" type="body"/>
          </p:nvPr>
        </p:nvSpPr>
        <p:spPr>
          <a:xfrm>
            <a:off x="3249600" y="263555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198" name="Google Shape;198;p49"/>
          <p:cNvSpPr txBox="1"/>
          <p:nvPr>
            <p:ph idx="18" type="body"/>
          </p:nvPr>
        </p:nvSpPr>
        <p:spPr>
          <a:xfrm>
            <a:off x="3249600" y="290375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199" name="Google Shape;199;p49"/>
          <p:cNvSpPr txBox="1"/>
          <p:nvPr>
            <p:ph idx="19" type="body"/>
          </p:nvPr>
        </p:nvSpPr>
        <p:spPr>
          <a:xfrm>
            <a:off x="3249600" y="3433400"/>
            <a:ext cx="2644800" cy="429000"/>
          </a:xfrm>
          <a:prstGeom prst="rect">
            <a:avLst/>
          </a:prstGeom>
          <a:noFill/>
          <a:ln>
            <a:noFill/>
          </a:ln>
        </p:spPr>
        <p:txBody>
          <a:bodyPr anchorCtr="0" anchor="ctr" bIns="91425" lIns="91425" spcFirstLastPara="1" rIns="91425" wrap="square" tIns="91425">
            <a:no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200" name="Google Shape;200;p49"/>
          <p:cNvSpPr txBox="1"/>
          <p:nvPr>
            <p:ph idx="20" type="body"/>
          </p:nvPr>
        </p:nvSpPr>
        <p:spPr>
          <a:xfrm>
            <a:off x="3249600" y="3862400"/>
            <a:ext cx="2644800" cy="2682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stStyle>
          <a:p/>
        </p:txBody>
      </p:sp>
      <p:sp>
        <p:nvSpPr>
          <p:cNvPr id="201" name="Google Shape;201;p49"/>
          <p:cNvSpPr txBox="1"/>
          <p:nvPr>
            <p:ph idx="21" type="body"/>
          </p:nvPr>
        </p:nvSpPr>
        <p:spPr>
          <a:xfrm>
            <a:off x="3249600" y="413060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202" name="Google Shape;202;p49"/>
          <p:cNvSpPr txBox="1"/>
          <p:nvPr>
            <p:ph idx="22" type="body"/>
          </p:nvPr>
        </p:nvSpPr>
        <p:spPr>
          <a:xfrm>
            <a:off x="6296200" y="891450"/>
            <a:ext cx="2644800" cy="429000"/>
          </a:xfrm>
          <a:prstGeom prst="rect">
            <a:avLst/>
          </a:prstGeom>
          <a:noFill/>
          <a:ln>
            <a:noFill/>
          </a:ln>
        </p:spPr>
        <p:txBody>
          <a:bodyPr anchorCtr="0" anchor="ctr" bIns="91425" lIns="91425" spcFirstLastPara="1" rIns="91425" wrap="square" tIns="91425">
            <a:norm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203" name="Google Shape;203;p49"/>
          <p:cNvSpPr txBox="1"/>
          <p:nvPr>
            <p:ph idx="23" type="body"/>
          </p:nvPr>
        </p:nvSpPr>
        <p:spPr>
          <a:xfrm>
            <a:off x="6296200" y="132045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204" name="Google Shape;204;p49"/>
          <p:cNvSpPr txBox="1"/>
          <p:nvPr>
            <p:ph idx="24" type="body"/>
          </p:nvPr>
        </p:nvSpPr>
        <p:spPr>
          <a:xfrm>
            <a:off x="6296200" y="158865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205" name="Google Shape;205;p49"/>
          <p:cNvSpPr txBox="1"/>
          <p:nvPr>
            <p:ph idx="25" type="body"/>
          </p:nvPr>
        </p:nvSpPr>
        <p:spPr>
          <a:xfrm>
            <a:off x="6296200" y="2206550"/>
            <a:ext cx="2644800" cy="429000"/>
          </a:xfrm>
          <a:prstGeom prst="rect">
            <a:avLst/>
          </a:prstGeom>
          <a:noFill/>
          <a:ln>
            <a:noFill/>
          </a:ln>
        </p:spPr>
        <p:txBody>
          <a:bodyPr anchorCtr="0" anchor="ctr" bIns="91425" lIns="91425" spcFirstLastPara="1" rIns="91425" wrap="square" tIns="91425">
            <a:norm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206" name="Google Shape;206;p49"/>
          <p:cNvSpPr txBox="1"/>
          <p:nvPr>
            <p:ph idx="26" type="body"/>
          </p:nvPr>
        </p:nvSpPr>
        <p:spPr>
          <a:xfrm>
            <a:off x="6296200" y="2635550"/>
            <a:ext cx="2644800" cy="268200"/>
          </a:xfrm>
          <a:prstGeom prst="rect">
            <a:avLst/>
          </a:prstGeom>
          <a:noFill/>
          <a:ln>
            <a:noFill/>
          </a:ln>
        </p:spPr>
        <p:txBody>
          <a:bodyPr anchorCtr="0" anchor="t" bIns="91425" lIns="91425" spcFirstLastPara="1" rIns="91425" wrap="square" tIns="91425">
            <a:normAutofit/>
          </a:bodyPr>
          <a:lstStyle>
            <a:lvl1pPr indent="-292100" lvl="0" marL="457200" algn="l">
              <a:lnSpc>
                <a:spcPct val="100000"/>
              </a:lnSpc>
              <a:spcBef>
                <a:spcPts val="0"/>
              </a:spcBef>
              <a:spcAft>
                <a:spcPts val="0"/>
              </a:spcAft>
              <a:buSzPts val="1000"/>
              <a:buChar char="●"/>
              <a:defRPr/>
            </a:lvl1pPr>
          </a:lstStyle>
          <a:p/>
        </p:txBody>
      </p:sp>
      <p:sp>
        <p:nvSpPr>
          <p:cNvPr id="207" name="Google Shape;207;p49"/>
          <p:cNvSpPr txBox="1"/>
          <p:nvPr>
            <p:ph idx="27" type="body"/>
          </p:nvPr>
        </p:nvSpPr>
        <p:spPr>
          <a:xfrm>
            <a:off x="6296200" y="2903750"/>
            <a:ext cx="2644800" cy="268200"/>
          </a:xfrm>
          <a:prstGeom prst="rect">
            <a:avLst/>
          </a:prstGeom>
          <a:noFill/>
          <a:ln>
            <a:noFill/>
          </a:ln>
        </p:spPr>
        <p:txBody>
          <a:bodyPr anchorCtr="0" anchor="t" bIns="91425" lIns="91425" spcFirstLastPara="1" rIns="91425" wrap="square" tIns="91425">
            <a:normAutofit/>
          </a:bodyPr>
          <a:lstStyle>
            <a:lvl1pPr indent="-279400" lvl="0" marL="457200" algn="l">
              <a:lnSpc>
                <a:spcPct val="100000"/>
              </a:lnSpc>
              <a:spcBef>
                <a:spcPts val="0"/>
              </a:spcBef>
              <a:spcAft>
                <a:spcPts val="0"/>
              </a:spcAft>
              <a:buSzPts val="800"/>
              <a:buChar char="●"/>
              <a:defRPr sz="800"/>
            </a:lvl1pPr>
          </a:lstStyle>
          <a:p/>
        </p:txBody>
      </p:sp>
      <p:sp>
        <p:nvSpPr>
          <p:cNvPr id="208" name="Google Shape;208;p49"/>
          <p:cNvSpPr txBox="1"/>
          <p:nvPr>
            <p:ph idx="28" type="body"/>
          </p:nvPr>
        </p:nvSpPr>
        <p:spPr>
          <a:xfrm>
            <a:off x="6296200" y="3433400"/>
            <a:ext cx="2644800" cy="429000"/>
          </a:xfrm>
          <a:prstGeom prst="rect">
            <a:avLst/>
          </a:prstGeom>
          <a:noFill/>
          <a:ln>
            <a:noFill/>
          </a:ln>
        </p:spPr>
        <p:txBody>
          <a:bodyPr anchorCtr="0" anchor="ctr" bIns="91425" lIns="91425" spcFirstLastPara="1" rIns="91425" wrap="square" tIns="91425">
            <a:noAutofit/>
          </a:bodyPr>
          <a:lstStyle>
            <a:lvl1pPr indent="-342900" lvl="0" marL="457200" algn="l">
              <a:lnSpc>
                <a:spcPct val="100000"/>
              </a:lnSpc>
              <a:spcBef>
                <a:spcPts val="0"/>
              </a:spcBef>
              <a:spcAft>
                <a:spcPts val="0"/>
              </a:spcAft>
              <a:buSzPts val="1800"/>
              <a:buFont typeface="DM Sans Medium"/>
              <a:buChar char="●"/>
              <a:defRPr sz="1800">
                <a:latin typeface="DM Sans Medium"/>
                <a:ea typeface="DM Sans Medium"/>
                <a:cs typeface="DM Sans Medium"/>
                <a:sym typeface="DM Sans Medium"/>
              </a:defRPr>
            </a:lvl1pPr>
          </a:lstStyle>
          <a:p/>
        </p:txBody>
      </p:sp>
      <p:sp>
        <p:nvSpPr>
          <p:cNvPr id="209" name="Google Shape;209;p49"/>
          <p:cNvSpPr txBox="1"/>
          <p:nvPr>
            <p:ph idx="29" type="body"/>
          </p:nvPr>
        </p:nvSpPr>
        <p:spPr>
          <a:xfrm>
            <a:off x="6296200" y="3862400"/>
            <a:ext cx="2644800" cy="268200"/>
          </a:xfrm>
          <a:prstGeom prst="rect">
            <a:avLst/>
          </a:prstGeom>
          <a:noFill/>
          <a:ln>
            <a:noFill/>
          </a:ln>
        </p:spPr>
        <p:txBody>
          <a:bodyPr anchorCtr="0" anchor="t" bIns="91425" lIns="91425" spcFirstLastPara="1" rIns="91425" wrap="square" tIns="91425">
            <a:noAutofit/>
          </a:bodyPr>
          <a:lstStyle>
            <a:lvl1pPr indent="-292100" lvl="0" marL="457200" algn="l">
              <a:lnSpc>
                <a:spcPct val="100000"/>
              </a:lnSpc>
              <a:spcBef>
                <a:spcPts val="0"/>
              </a:spcBef>
              <a:spcAft>
                <a:spcPts val="0"/>
              </a:spcAft>
              <a:buSzPts val="1000"/>
              <a:buChar char="●"/>
              <a:defRPr/>
            </a:lvl1pPr>
          </a:lstStyle>
          <a:p/>
        </p:txBody>
      </p:sp>
      <p:sp>
        <p:nvSpPr>
          <p:cNvPr id="210" name="Google Shape;210;p49"/>
          <p:cNvSpPr txBox="1"/>
          <p:nvPr>
            <p:ph idx="30" type="body"/>
          </p:nvPr>
        </p:nvSpPr>
        <p:spPr>
          <a:xfrm>
            <a:off x="6296200" y="4130600"/>
            <a:ext cx="2644800" cy="268200"/>
          </a:xfrm>
          <a:prstGeom prst="rect">
            <a:avLst/>
          </a:prstGeom>
          <a:noFill/>
          <a:ln>
            <a:noFill/>
          </a:ln>
        </p:spPr>
        <p:txBody>
          <a:bodyPr anchorCtr="0" anchor="t" bIns="91425" lIns="91425" spcFirstLastPara="1" rIns="91425" wrap="square" tIns="91425">
            <a:noAutofit/>
          </a:bodyPr>
          <a:lstStyle>
            <a:lvl1pPr indent="-279400" lvl="0" marL="457200" algn="l">
              <a:lnSpc>
                <a:spcPct val="100000"/>
              </a:lnSpc>
              <a:spcBef>
                <a:spcPts val="0"/>
              </a:spcBef>
              <a:spcAft>
                <a:spcPts val="0"/>
              </a:spcAft>
              <a:buSzPts val="800"/>
              <a:buChar char="●"/>
              <a:defRPr sz="800"/>
            </a:lvl1pPr>
          </a:lstStyle>
          <a:p/>
        </p:txBody>
      </p:sp>
      <p:sp>
        <p:nvSpPr>
          <p:cNvPr id="211" name="Google Shape;211;p49"/>
          <p:cNvSpPr txBox="1"/>
          <p:nvPr>
            <p:ph idx="31" type="body"/>
          </p:nvPr>
        </p:nvSpPr>
        <p:spPr>
          <a:xfrm>
            <a:off x="196951" y="196725"/>
            <a:ext cx="1860600" cy="209100"/>
          </a:xfrm>
          <a:prstGeom prst="rect">
            <a:avLst/>
          </a:prstGeom>
          <a:noFill/>
          <a:ln>
            <a:noFill/>
          </a:ln>
        </p:spPr>
        <p:txBody>
          <a:bodyPr anchorCtr="0" anchor="ctr" bIns="91425" lIns="91425" spcFirstLastPara="1" rIns="91425" wrap="square" tIns="91425">
            <a:noAutofit/>
          </a:bodyPr>
          <a:lstStyle>
            <a:lvl1pPr indent="-279400" lvl="0" marL="457200" algn="l">
              <a:lnSpc>
                <a:spcPct val="115000"/>
              </a:lnSpc>
              <a:spcBef>
                <a:spcPts val="0"/>
              </a:spcBef>
              <a:spcAft>
                <a:spcPts val="0"/>
              </a:spcAft>
              <a:buSzPts val="800"/>
              <a:buChar char="●"/>
              <a:defRPr sz="800"/>
            </a:lvl1pPr>
          </a:lstStyle>
          <a:p/>
        </p:txBody>
      </p:sp>
      <p:sp>
        <p:nvSpPr>
          <p:cNvPr id="212" name="Google Shape;212;p49"/>
          <p:cNvSpPr txBox="1"/>
          <p:nvPr>
            <p:ph idx="32"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lvl1pPr indent="-279400" lvl="0" marL="457200" algn="r">
              <a:lnSpc>
                <a:spcPct val="115000"/>
              </a:lnSpc>
              <a:spcBef>
                <a:spcPts val="0"/>
              </a:spcBef>
              <a:spcAft>
                <a:spcPts val="0"/>
              </a:spcAft>
              <a:buSzPts val="800"/>
              <a:buChar char="●"/>
              <a:defRPr sz="800"/>
            </a:lvl1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1pPr>
            <a:lvl2pPr lvl="1"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2pPr>
            <a:lvl3pPr lvl="2"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3pPr>
            <a:lvl4pPr lvl="3"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4pPr>
            <a:lvl5pPr lvl="4"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5pPr>
            <a:lvl6pPr lvl="5"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6pPr>
            <a:lvl7pPr lvl="6"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7pPr>
            <a:lvl8pPr lvl="7"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8pPr>
            <a:lvl9pPr lvl="8" marR="0" rtl="0" algn="l">
              <a:lnSpc>
                <a:spcPct val="90000"/>
              </a:lnSpc>
              <a:spcBef>
                <a:spcPts val="0"/>
              </a:spcBef>
              <a:spcAft>
                <a:spcPts val="0"/>
              </a:spcAft>
              <a:buClr>
                <a:schemeClr val="dk1"/>
              </a:buClr>
              <a:buSzPts val="3450"/>
              <a:buFont typeface="Merriweather"/>
              <a:buNone/>
              <a:defRPr b="1" i="0" sz="3450" u="none" cap="none" strike="noStrike">
                <a:solidFill>
                  <a:schemeClr val="dk1"/>
                </a:solidFill>
                <a:latin typeface="Merriweather"/>
                <a:ea typeface="Merriweather"/>
                <a:cs typeface="Merriweather"/>
                <a:sym typeface="Merriweather"/>
              </a:defRPr>
            </a:lvl9pPr>
          </a:lstStyle>
          <a:p/>
        </p:txBody>
      </p:sp>
      <p:sp>
        <p:nvSpPr>
          <p:cNvPr id="7" name="Google Shape;7;p19"/>
          <p:cNvSpPr txBox="1"/>
          <p:nvPr>
            <p:ph idx="1" type="body"/>
          </p:nvPr>
        </p:nvSpPr>
        <p:spPr>
          <a:xfrm>
            <a:off x="311700" y="1152475"/>
            <a:ext cx="8520600" cy="1760100"/>
          </a:xfrm>
          <a:prstGeom prst="rect">
            <a:avLst/>
          </a:prstGeom>
          <a:noFill/>
          <a:ln>
            <a:noFill/>
          </a:ln>
        </p:spPr>
        <p:txBody>
          <a:bodyPr anchorCtr="0" anchor="t" bIns="91425" lIns="91425" spcFirstLastPara="1" rIns="91425" wrap="square" tIns="91425">
            <a:normAutofit/>
          </a:bodyPr>
          <a:lstStyle>
            <a:lvl1pPr indent="-292100" lvl="0" marL="4572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1pPr>
            <a:lvl2pPr indent="-279400" lvl="1" marL="914400" marR="0" rtl="0" algn="l">
              <a:lnSpc>
                <a:spcPct val="115000"/>
              </a:lnSpc>
              <a:spcBef>
                <a:spcPts val="0"/>
              </a:spcBef>
              <a:spcAft>
                <a:spcPts val="0"/>
              </a:spcAft>
              <a:buClr>
                <a:schemeClr val="dk2"/>
              </a:buClr>
              <a:buSzPts val="800"/>
              <a:buFont typeface="DM Sans"/>
              <a:buChar char="○"/>
              <a:defRPr b="0" i="0" sz="800" u="none" cap="none" strike="noStrike">
                <a:solidFill>
                  <a:schemeClr val="dk2"/>
                </a:solidFill>
                <a:latin typeface="DM Sans"/>
                <a:ea typeface="DM Sans"/>
                <a:cs typeface="DM Sans"/>
                <a:sym typeface="DM Sans"/>
              </a:defRPr>
            </a:lvl2pPr>
            <a:lvl3pPr indent="-292100" lvl="2" marL="13716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3pPr>
            <a:lvl4pPr indent="-292100" lvl="3" marL="18288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4pPr>
            <a:lvl5pPr indent="-292100" lvl="4" marL="22860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5pPr>
            <a:lvl6pPr indent="-292100" lvl="5" marL="27432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6pPr>
            <a:lvl7pPr indent="-292100" lvl="6" marL="32004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7pPr>
            <a:lvl8pPr indent="-292100" lvl="7" marL="36576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8pPr>
            <a:lvl9pPr indent="-292100" lvl="8" marL="4114800" marR="0" rtl="0" algn="l">
              <a:lnSpc>
                <a:spcPct val="115000"/>
              </a:lnSpc>
              <a:spcBef>
                <a:spcPts val="0"/>
              </a:spcBef>
              <a:spcAft>
                <a:spcPts val="0"/>
              </a:spcAft>
              <a:buClr>
                <a:schemeClr val="dk2"/>
              </a:buClr>
              <a:buSzPts val="1000"/>
              <a:buFont typeface="DM Sans"/>
              <a:buChar char="■"/>
              <a:defRPr b="0" i="0" sz="1000" u="none" cap="none" strike="noStrike">
                <a:solidFill>
                  <a:schemeClr val="dk2"/>
                </a:solidFill>
                <a:latin typeface="DM Sans"/>
                <a:ea typeface="DM Sans"/>
                <a:cs typeface="DM Sans"/>
                <a:sym typeface="DM Sans"/>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800"/>
              <a:buFont typeface="Arial"/>
              <a:buNone/>
              <a:defRPr b="0" i="0" sz="8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24">
          <p15:clr>
            <a:srgbClr val="E46962"/>
          </p15:clr>
        </p15:guide>
        <p15:guide id="2" orient="horz" pos="124">
          <p15:clr>
            <a:srgbClr val="E46962"/>
          </p15:clr>
        </p15:guide>
        <p15:guide id="3" pos="5636">
          <p15:clr>
            <a:srgbClr val="E46962"/>
          </p15:clr>
        </p15:guide>
        <p15:guide id="4" orient="horz" pos="3116">
          <p15:clr>
            <a:srgbClr val="E46962"/>
          </p15:clr>
        </p15:guide>
        <p15:guide id="5" pos="1296">
          <p15:clr>
            <a:srgbClr val="E46962"/>
          </p15:clr>
        </p15:guide>
        <p15:guide id="6" pos="4465">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10.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python.org/doc/" TargetMode="External"/><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
          <p:cNvSpPr txBox="1"/>
          <p:nvPr>
            <p:ph type="ctrTitle"/>
          </p:nvPr>
        </p:nvSpPr>
        <p:spPr>
          <a:xfrm>
            <a:off x="589350" y="522375"/>
            <a:ext cx="7434000" cy="1232100"/>
          </a:xfrm>
          <a:prstGeom prst="rect">
            <a:avLst/>
          </a:prstGeom>
          <a:noFill/>
          <a:ln>
            <a:noFill/>
          </a:ln>
        </p:spPr>
        <p:txBody>
          <a:bodyPr anchorCtr="0" anchor="t" bIns="91425" lIns="91425" spcFirstLastPara="1" rIns="91425" wrap="square" tIns="91425">
            <a:noAutofit/>
          </a:bodyPr>
          <a:lstStyle/>
          <a:p>
            <a:pPr indent="0" lvl="0" marL="0" marR="363220" rtl="0" algn="ctr">
              <a:lnSpc>
                <a:spcPct val="107916"/>
              </a:lnSpc>
              <a:spcBef>
                <a:spcPts val="0"/>
              </a:spcBef>
              <a:spcAft>
                <a:spcPts val="0"/>
              </a:spcAft>
              <a:buClr>
                <a:schemeClr val="hlink"/>
              </a:buClr>
              <a:buSzPts val="1100"/>
              <a:buFont typeface="Arial"/>
              <a:buNone/>
            </a:pPr>
            <a:r>
              <a:rPr b="0" i="1" lang="en" sz="3000">
                <a:solidFill>
                  <a:schemeClr val="accent3"/>
                </a:solidFill>
                <a:latin typeface="DM Sans"/>
                <a:ea typeface="DM Sans"/>
                <a:cs typeface="DM Sans"/>
                <a:sym typeface="DM Sans"/>
              </a:rPr>
              <a:t>Advancing Fraud Detection through CTGAN - Based Synthetic Transactions</a:t>
            </a:r>
            <a:r>
              <a:rPr i="1" lang="en" sz="3000">
                <a:solidFill>
                  <a:schemeClr val="accent3"/>
                </a:solidFill>
                <a:latin typeface="DM Sans"/>
                <a:ea typeface="DM Sans"/>
                <a:cs typeface="DM Sans"/>
                <a:sym typeface="DM Sans"/>
              </a:rPr>
              <a:t> </a:t>
            </a:r>
            <a:r>
              <a:rPr lang="en" sz="4000">
                <a:solidFill>
                  <a:schemeClr val="accent3"/>
                </a:solidFill>
                <a:latin typeface="DM Sans"/>
                <a:ea typeface="DM Sans"/>
                <a:cs typeface="DM Sans"/>
                <a:sym typeface="DM Sans"/>
              </a:rPr>
              <a:t> </a:t>
            </a:r>
            <a:endParaRPr>
              <a:solidFill>
                <a:schemeClr val="accent3"/>
              </a:solidFill>
              <a:latin typeface="DM Sans"/>
              <a:ea typeface="DM Sans"/>
              <a:cs typeface="DM Sans"/>
              <a:sym typeface="DM Sans"/>
            </a:endParaRPr>
          </a:p>
        </p:txBody>
      </p:sp>
      <p:sp>
        <p:nvSpPr>
          <p:cNvPr id="218" name="Google Shape;218;p1"/>
          <p:cNvSpPr txBox="1"/>
          <p:nvPr>
            <p:ph idx="2" type="subTitle"/>
          </p:nvPr>
        </p:nvSpPr>
        <p:spPr>
          <a:xfrm>
            <a:off x="509000" y="2571750"/>
            <a:ext cx="7715400" cy="562500"/>
          </a:xfrm>
          <a:prstGeom prst="rect">
            <a:avLst/>
          </a:prstGeom>
          <a:noFill/>
          <a:ln>
            <a:noFill/>
          </a:ln>
        </p:spPr>
        <p:txBody>
          <a:bodyPr anchorCtr="0" anchor="t" bIns="91425" lIns="91425" spcFirstLastPara="1" rIns="91425" wrap="square" tIns="91425">
            <a:noAutofit/>
          </a:bodyPr>
          <a:lstStyle/>
          <a:p>
            <a:pPr indent="0" lvl="0" marL="342900" rtl="0" algn="l">
              <a:lnSpc>
                <a:spcPct val="107916"/>
              </a:lnSpc>
              <a:spcBef>
                <a:spcPts val="0"/>
              </a:spcBef>
              <a:spcAft>
                <a:spcPts val="0"/>
              </a:spcAft>
              <a:buClr>
                <a:schemeClr val="hlink"/>
              </a:buClr>
              <a:buSzPts val="1100"/>
              <a:buFont typeface="Arial"/>
              <a:buNone/>
            </a:pPr>
            <a:r>
              <a:rPr lang="en" sz="1800">
                <a:solidFill>
                  <a:srgbClr val="FFFFFF"/>
                </a:solidFill>
                <a:latin typeface="DM Sans"/>
                <a:ea typeface="DM Sans"/>
                <a:cs typeface="DM Sans"/>
                <a:sym typeface="DM Sans"/>
              </a:rPr>
              <a:t>Organization : Global Next Consulting India Private Limited</a:t>
            </a:r>
            <a:endParaRPr/>
          </a:p>
        </p:txBody>
      </p:sp>
      <p:sp>
        <p:nvSpPr>
          <p:cNvPr id="219" name="Google Shape;219;p1"/>
          <p:cNvSpPr txBox="1"/>
          <p:nvPr>
            <p:ph idx="2" type="subTitle"/>
          </p:nvPr>
        </p:nvSpPr>
        <p:spPr>
          <a:xfrm>
            <a:off x="509000" y="3254875"/>
            <a:ext cx="7867800" cy="1232100"/>
          </a:xfrm>
          <a:prstGeom prst="rect">
            <a:avLst/>
          </a:prstGeom>
          <a:noFill/>
          <a:ln>
            <a:noFill/>
          </a:ln>
        </p:spPr>
        <p:txBody>
          <a:bodyPr anchorCtr="0" anchor="t" bIns="91425" lIns="91425" spcFirstLastPara="1" rIns="91425" wrap="square" tIns="91425">
            <a:noAutofit/>
          </a:bodyPr>
          <a:lstStyle/>
          <a:p>
            <a:pPr indent="342900" lvl="0" marL="0" rtl="0" algn="l">
              <a:lnSpc>
                <a:spcPct val="107916"/>
              </a:lnSpc>
              <a:spcBef>
                <a:spcPts val="0"/>
              </a:spcBef>
              <a:spcAft>
                <a:spcPts val="0"/>
              </a:spcAft>
              <a:buClr>
                <a:schemeClr val="hlink"/>
              </a:buClr>
              <a:buSzPts val="1100"/>
              <a:buFont typeface="Arial"/>
              <a:buNone/>
            </a:pPr>
            <a:r>
              <a:rPr lang="en" sz="1800">
                <a:solidFill>
                  <a:srgbClr val="FFFFFF"/>
                </a:solidFill>
                <a:latin typeface="DM Sans"/>
                <a:ea typeface="DM Sans"/>
                <a:cs typeface="DM Sans"/>
                <a:sym typeface="DM Sans"/>
              </a:rPr>
              <a:t>Mentor: Abhipsa Guha</a:t>
            </a:r>
            <a:endParaRPr sz="1800">
              <a:solidFill>
                <a:srgbClr val="FFFFFF"/>
              </a:solidFill>
              <a:latin typeface="DM Sans"/>
              <a:ea typeface="DM Sans"/>
              <a:cs typeface="DM Sans"/>
              <a:sym typeface="DM Sans"/>
            </a:endParaRPr>
          </a:p>
          <a:p>
            <a:pPr indent="0" lvl="0" marL="0" rtl="0" algn="l">
              <a:lnSpc>
                <a:spcPct val="107916"/>
              </a:lnSpc>
              <a:spcBef>
                <a:spcPts val="0"/>
              </a:spcBef>
              <a:spcAft>
                <a:spcPts val="0"/>
              </a:spcAft>
              <a:buClr>
                <a:schemeClr val="hlink"/>
              </a:buClr>
              <a:buSzPts val="1100"/>
              <a:buFont typeface="Arial"/>
              <a:buNone/>
            </a:pPr>
            <a:r>
              <a:t/>
            </a:r>
            <a:endParaRPr sz="1800">
              <a:solidFill>
                <a:srgbClr val="FFFFFF"/>
              </a:solidFill>
              <a:latin typeface="DM Sans"/>
              <a:ea typeface="DM Sans"/>
              <a:cs typeface="DM Sans"/>
              <a:sym typeface="DM Sans"/>
            </a:endParaRPr>
          </a:p>
          <a:p>
            <a:pPr indent="0" lvl="0" marL="342900" rtl="0" algn="l">
              <a:lnSpc>
                <a:spcPct val="100000"/>
              </a:lnSpc>
              <a:spcBef>
                <a:spcPts val="0"/>
              </a:spcBef>
              <a:spcAft>
                <a:spcPts val="0"/>
              </a:spcAft>
              <a:buClr>
                <a:schemeClr val="hlink"/>
              </a:buClr>
              <a:buSzPts val="1850"/>
              <a:buFont typeface="Arial"/>
              <a:buNone/>
            </a:pPr>
            <a:r>
              <a:rPr lang="en" sz="1800">
                <a:solidFill>
                  <a:srgbClr val="FFFFFF"/>
                </a:solidFill>
              </a:rPr>
              <a:t>Team Members: Rekha Kumari Bheel, </a:t>
            </a:r>
            <a:r>
              <a:rPr lang="en" sz="1800">
                <a:solidFill>
                  <a:srgbClr val="FFFFFF"/>
                </a:solidFill>
                <a:latin typeface="DM Sans"/>
                <a:ea typeface="DM Sans"/>
                <a:cs typeface="DM Sans"/>
                <a:sym typeface="DM Sans"/>
              </a:rPr>
              <a:t>Sajrudin Aalam, Payal Dhokane, Riya Rawat</a:t>
            </a:r>
            <a:endParaRPr sz="1800">
              <a:solidFill>
                <a:srgbClr val="FFFFFF"/>
              </a:solidFill>
              <a:latin typeface="DM Sans"/>
              <a:ea typeface="DM Sans"/>
              <a:cs typeface="DM Sans"/>
              <a:sym typeface="DM Sans"/>
            </a:endParaRPr>
          </a:p>
        </p:txBody>
      </p:sp>
      <p:pic>
        <p:nvPicPr>
          <p:cNvPr descr="GNCIPL Internship &amp; Job Group" id="220" name="Google Shape;220;p1"/>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26" name="Google Shape;226;p2"/>
          <p:cNvSpPr txBox="1"/>
          <p:nvPr>
            <p:ph idx="1" type="body"/>
          </p:nvPr>
        </p:nvSpPr>
        <p:spPr>
          <a:xfrm>
            <a:off x="924075" y="781900"/>
            <a:ext cx="3411900" cy="654000"/>
          </a:xfrm>
          <a:prstGeom prst="rect">
            <a:avLst/>
          </a:prstGeom>
          <a:noFill/>
          <a:ln>
            <a:noFill/>
          </a:ln>
        </p:spPr>
        <p:txBody>
          <a:bodyPr anchorCtr="0" anchor="ctr" bIns="91425" lIns="91425" spcFirstLastPara="1" rIns="91425" wrap="square" tIns="91425">
            <a:noAutofit/>
          </a:bodyPr>
          <a:lstStyle/>
          <a:p>
            <a:pPr indent="0" lvl="0" marL="114300" rtl="0" algn="l">
              <a:lnSpc>
                <a:spcPct val="115000"/>
              </a:lnSpc>
              <a:spcBef>
                <a:spcPts val="0"/>
              </a:spcBef>
              <a:spcAft>
                <a:spcPts val="1200"/>
              </a:spcAft>
              <a:buSzPts val="800"/>
              <a:buNone/>
            </a:pPr>
            <a:r>
              <a:rPr lang="en" sz="3000">
                <a:solidFill>
                  <a:srgbClr val="1C4587"/>
                </a:solidFill>
              </a:rPr>
              <a:t>Project Flow</a:t>
            </a:r>
            <a:endParaRPr sz="3300">
              <a:solidFill>
                <a:srgbClr val="1C4587"/>
              </a:solidFill>
            </a:endParaRPr>
          </a:p>
        </p:txBody>
      </p:sp>
      <p:sp>
        <p:nvSpPr>
          <p:cNvPr id="227" name="Google Shape;227;p2"/>
          <p:cNvSpPr txBox="1"/>
          <p:nvPr/>
        </p:nvSpPr>
        <p:spPr>
          <a:xfrm>
            <a:off x="1094625" y="1691575"/>
            <a:ext cx="3070800" cy="2426700"/>
          </a:xfrm>
          <a:prstGeom prst="rect">
            <a:avLst/>
          </a:prstGeom>
          <a:noFill/>
          <a:ln>
            <a:noFill/>
          </a:ln>
        </p:spPr>
        <p:txBody>
          <a:bodyPr anchorCtr="0" anchor="ctr" bIns="91425" lIns="91425" spcFirstLastPara="1" rIns="91425" wrap="square" tIns="91425">
            <a:noAutofit/>
          </a:bodyPr>
          <a:lstStyle/>
          <a:p>
            <a:pPr indent="-311150" lvl="0" marL="457200" marR="0" rtl="0" algn="l">
              <a:lnSpc>
                <a:spcPct val="100000"/>
              </a:lnSpc>
              <a:spcBef>
                <a:spcPts val="0"/>
              </a:spcBef>
              <a:spcAft>
                <a:spcPts val="0"/>
              </a:spcAft>
              <a:buClr>
                <a:schemeClr val="hlink"/>
              </a:buClr>
              <a:buSzPts val="1300"/>
              <a:buFont typeface="DM Sans"/>
              <a:buAutoNum type="arabicPeriod"/>
            </a:pPr>
            <a:r>
              <a:rPr b="1" i="0" lang="en" sz="1300" u="none" cap="none" strike="noStrike">
                <a:solidFill>
                  <a:schemeClr val="hlink"/>
                </a:solidFill>
                <a:latin typeface="DM Sans"/>
                <a:ea typeface="DM Sans"/>
                <a:cs typeface="DM Sans"/>
                <a:sym typeface="DM Sans"/>
              </a:rPr>
              <a:t>Abstract</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311150" lvl="0" marL="457200" marR="0" rtl="0" algn="l">
              <a:lnSpc>
                <a:spcPct val="100000"/>
              </a:lnSpc>
              <a:spcBef>
                <a:spcPts val="0"/>
              </a:spcBef>
              <a:spcAft>
                <a:spcPts val="0"/>
              </a:spcAft>
              <a:buClr>
                <a:schemeClr val="hlink"/>
              </a:buClr>
              <a:buSzPts val="1300"/>
              <a:buFont typeface="DM Sans"/>
              <a:buAutoNum type="arabicPeriod"/>
            </a:pPr>
            <a:r>
              <a:rPr b="1" i="0" lang="en" sz="1300" u="none" cap="none" strike="noStrike">
                <a:solidFill>
                  <a:schemeClr val="hlink"/>
                </a:solidFill>
                <a:latin typeface="DM Sans"/>
                <a:ea typeface="DM Sans"/>
                <a:cs typeface="DM Sans"/>
                <a:sym typeface="DM Sans"/>
              </a:rPr>
              <a:t>Introduction</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311150" lvl="0" marL="457200" marR="0" rtl="0" algn="l">
              <a:lnSpc>
                <a:spcPct val="100000"/>
              </a:lnSpc>
              <a:spcBef>
                <a:spcPts val="0"/>
              </a:spcBef>
              <a:spcAft>
                <a:spcPts val="0"/>
              </a:spcAft>
              <a:buClr>
                <a:schemeClr val="hlink"/>
              </a:buClr>
              <a:buSzPts val="1300"/>
              <a:buFont typeface="DM Sans"/>
              <a:buAutoNum type="arabicPeriod"/>
            </a:pPr>
            <a:r>
              <a:rPr b="1" i="0" lang="en" sz="1300" u="none" cap="none" strike="noStrike">
                <a:solidFill>
                  <a:schemeClr val="hlink"/>
                </a:solidFill>
                <a:latin typeface="DM Sans"/>
                <a:ea typeface="DM Sans"/>
                <a:cs typeface="DM Sans"/>
                <a:sym typeface="DM Sans"/>
              </a:rPr>
              <a:t>Objectives</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311150" lvl="0" marL="457200" marR="0" rtl="0" algn="l">
              <a:lnSpc>
                <a:spcPct val="100000"/>
              </a:lnSpc>
              <a:spcBef>
                <a:spcPts val="0"/>
              </a:spcBef>
              <a:spcAft>
                <a:spcPts val="0"/>
              </a:spcAft>
              <a:buClr>
                <a:schemeClr val="hlink"/>
              </a:buClr>
              <a:buSzPts val="1300"/>
              <a:buFont typeface="DM Sans"/>
              <a:buAutoNum type="arabicPeriod"/>
            </a:pPr>
            <a:r>
              <a:rPr b="1" i="0" lang="en" sz="1300" u="none" cap="none" strike="noStrike">
                <a:solidFill>
                  <a:schemeClr val="hlink"/>
                </a:solidFill>
                <a:latin typeface="DM Sans"/>
                <a:ea typeface="DM Sans"/>
                <a:cs typeface="DM Sans"/>
                <a:sym typeface="DM Sans"/>
              </a:rPr>
              <a:t>Problem Statement</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311150" lvl="0" marL="457200" marR="0" rtl="0" algn="l">
              <a:lnSpc>
                <a:spcPct val="100000"/>
              </a:lnSpc>
              <a:spcBef>
                <a:spcPts val="0"/>
              </a:spcBef>
              <a:spcAft>
                <a:spcPts val="0"/>
              </a:spcAft>
              <a:buClr>
                <a:schemeClr val="hlink"/>
              </a:buClr>
              <a:buSzPts val="1300"/>
              <a:buFont typeface="DM Sans"/>
              <a:buAutoNum type="arabicPeriod"/>
            </a:pPr>
            <a:r>
              <a:rPr b="1" i="0" lang="en" sz="1300" u="none" cap="none" strike="noStrike">
                <a:solidFill>
                  <a:schemeClr val="hlink"/>
                </a:solidFill>
                <a:latin typeface="DM Sans"/>
                <a:ea typeface="DM Sans"/>
                <a:cs typeface="DM Sans"/>
                <a:sym typeface="DM Sans"/>
              </a:rPr>
              <a:t>Scope of Work</a:t>
            </a:r>
            <a:endParaRPr b="1" i="0" sz="1300" u="none" cap="none" strike="noStrike">
              <a:solidFill>
                <a:schemeClr val="hlink"/>
              </a:solidFill>
              <a:latin typeface="DM Sans"/>
              <a:ea typeface="DM Sans"/>
              <a:cs typeface="DM Sans"/>
              <a:sym typeface="DM Sans"/>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666666"/>
              </a:solidFill>
              <a:latin typeface="DM Sans"/>
              <a:ea typeface="DM Sans"/>
              <a:cs typeface="DM Sans"/>
              <a:sym typeface="DM Sans"/>
            </a:endParaRPr>
          </a:p>
        </p:txBody>
      </p:sp>
      <p:sp>
        <p:nvSpPr>
          <p:cNvPr id="228" name="Google Shape;228;p2"/>
          <p:cNvSpPr txBox="1"/>
          <p:nvPr/>
        </p:nvSpPr>
        <p:spPr>
          <a:xfrm>
            <a:off x="4335975" y="1890775"/>
            <a:ext cx="2942700" cy="2227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hlink"/>
                </a:solidFill>
                <a:latin typeface="DM Sans"/>
                <a:ea typeface="DM Sans"/>
                <a:cs typeface="DM Sans"/>
                <a:sym typeface="DM Sans"/>
              </a:rPr>
              <a:t>6.    Tools and Technologies</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hlink"/>
                </a:solidFill>
                <a:latin typeface="DM Sans"/>
                <a:ea typeface="DM Sans"/>
                <a:cs typeface="DM Sans"/>
                <a:sym typeface="DM Sans"/>
              </a:rPr>
              <a:t>7.    Methodology</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hlink"/>
                </a:solidFill>
                <a:latin typeface="DM Sans"/>
                <a:ea typeface="DM Sans"/>
                <a:cs typeface="DM Sans"/>
                <a:sym typeface="DM Sans"/>
              </a:rPr>
              <a:t>8.   Outcomes</a:t>
            </a:r>
            <a:br>
              <a:rPr b="1" i="0" lang="en" sz="1300" u="none" cap="none" strike="noStrike">
                <a:solidFill>
                  <a:schemeClr val="hlink"/>
                </a:solidFill>
                <a:latin typeface="DM Sans"/>
                <a:ea typeface="DM Sans"/>
                <a:cs typeface="DM Sans"/>
                <a:sym typeface="DM Sans"/>
              </a:rPr>
            </a:br>
            <a:endParaRPr b="1" i="0" sz="1300" u="none" cap="none" strike="noStrike">
              <a:solidFill>
                <a:schemeClr val="hlink"/>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hlink"/>
                </a:solidFill>
                <a:latin typeface="DM Sans"/>
                <a:ea typeface="DM Sans"/>
                <a:cs typeface="DM Sans"/>
                <a:sym typeface="DM Sans"/>
              </a:rPr>
              <a:t>9.   Team Details</a:t>
            </a:r>
            <a:r>
              <a:rPr b="0" i="0" lang="en" sz="1300" u="none" cap="none" strike="noStrike">
                <a:solidFill>
                  <a:schemeClr val="hlink"/>
                </a:solidFill>
                <a:latin typeface="DM Sans"/>
                <a:ea typeface="DM Sans"/>
                <a:cs typeface="DM Sans"/>
                <a:sym typeface="DM Sans"/>
              </a:rPr>
              <a:t> </a:t>
            </a:r>
            <a:endParaRPr b="0" i="0" sz="1300" u="none" cap="none" strike="noStrike">
              <a:solidFill>
                <a:schemeClr val="hlink"/>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hlink"/>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00"/>
              <a:buFont typeface="Arial"/>
              <a:buNone/>
            </a:pPr>
            <a:r>
              <a:rPr b="1" i="0" lang="en" sz="1300" u="none" cap="none" strike="noStrike">
                <a:solidFill>
                  <a:schemeClr val="hlink"/>
                </a:solidFill>
                <a:latin typeface="DM Sans"/>
                <a:ea typeface="DM Sans"/>
                <a:cs typeface="DM Sans"/>
                <a:sym typeface="DM Sans"/>
              </a:rPr>
              <a:t>10.   Conclusion</a:t>
            </a:r>
            <a:endParaRPr b="1" i="0" sz="1300" u="none" cap="none" strike="noStrike">
              <a:solidFill>
                <a:schemeClr val="hlink"/>
              </a:solidFill>
              <a:latin typeface="DM Sans"/>
              <a:ea typeface="DM Sans"/>
              <a:cs typeface="DM Sans"/>
              <a:sym typeface="DM Sans"/>
            </a:endParaRPr>
          </a:p>
          <a:p>
            <a:pPr indent="-457200" lvl="0" marL="91440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hlink"/>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666666"/>
              </a:solidFill>
              <a:latin typeface="DM Sans"/>
              <a:ea typeface="DM Sans"/>
              <a:cs typeface="DM Sans"/>
              <a:sym typeface="DM Sans"/>
            </a:endParaRPr>
          </a:p>
        </p:txBody>
      </p:sp>
      <p:pic>
        <p:nvPicPr>
          <p:cNvPr descr="GNCIPL Internship &amp; Job Group" id="229" name="Google Shape;229;p2"/>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85b39a9788_0_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35" name="Google Shape;235;g385b39a9788_0_7"/>
          <p:cNvSpPr txBox="1"/>
          <p:nvPr>
            <p:ph idx="1" type="body"/>
          </p:nvPr>
        </p:nvSpPr>
        <p:spPr>
          <a:xfrm>
            <a:off x="924075" y="781900"/>
            <a:ext cx="3411900" cy="654000"/>
          </a:xfrm>
          <a:prstGeom prst="rect">
            <a:avLst/>
          </a:prstGeom>
          <a:noFill/>
          <a:ln>
            <a:noFill/>
          </a:ln>
        </p:spPr>
        <p:txBody>
          <a:bodyPr anchorCtr="0" anchor="ctr" bIns="91425" lIns="91425" spcFirstLastPara="1" rIns="91425" wrap="square" tIns="91425">
            <a:noAutofit/>
          </a:bodyPr>
          <a:lstStyle/>
          <a:p>
            <a:pPr indent="171450" lvl="0" marL="114300" rtl="0" algn="l">
              <a:lnSpc>
                <a:spcPct val="107916"/>
              </a:lnSpc>
              <a:spcBef>
                <a:spcPts val="0"/>
              </a:spcBef>
              <a:spcAft>
                <a:spcPts val="0"/>
              </a:spcAft>
              <a:buClr>
                <a:schemeClr val="hlink"/>
              </a:buClr>
              <a:buSzPts val="3833"/>
              <a:buFont typeface="Arial"/>
              <a:buNone/>
            </a:pPr>
            <a:r>
              <a:rPr lang="en" sz="3000">
                <a:solidFill>
                  <a:srgbClr val="1C4587"/>
                </a:solidFill>
              </a:rPr>
              <a:t>Abstract</a:t>
            </a:r>
            <a:r>
              <a:rPr b="1" lang="en" sz="4800">
                <a:solidFill>
                  <a:srgbClr val="1C4587"/>
                </a:solidFill>
              </a:rPr>
              <a:t> </a:t>
            </a:r>
            <a:endParaRPr sz="3800">
              <a:solidFill>
                <a:srgbClr val="1C4587"/>
              </a:solidFill>
            </a:endParaRPr>
          </a:p>
        </p:txBody>
      </p:sp>
      <p:sp>
        <p:nvSpPr>
          <p:cNvPr id="236" name="Google Shape;236;g385b39a9788_0_7"/>
          <p:cNvSpPr txBox="1"/>
          <p:nvPr/>
        </p:nvSpPr>
        <p:spPr>
          <a:xfrm>
            <a:off x="924075" y="1691750"/>
            <a:ext cx="7008600" cy="2971500"/>
          </a:xfrm>
          <a:prstGeom prst="rect">
            <a:avLst/>
          </a:prstGeom>
          <a:noFill/>
          <a:ln>
            <a:noFill/>
          </a:ln>
        </p:spPr>
        <p:txBody>
          <a:bodyPr anchorCtr="0" anchor="ctr" bIns="91425" lIns="91425" spcFirstLastPara="1" rIns="91425" wrap="square" tIns="91425">
            <a:noAutofit/>
          </a:bodyPr>
          <a:lstStyle/>
          <a:p>
            <a:pPr indent="0" lvl="0" marL="285750" marR="0" rtl="0" algn="l">
              <a:lnSpc>
                <a:spcPct val="105416"/>
              </a:lnSpc>
              <a:spcBef>
                <a:spcPts val="0"/>
              </a:spcBef>
              <a:spcAft>
                <a:spcPts val="0"/>
              </a:spcAft>
              <a:buClr>
                <a:schemeClr val="hlink"/>
              </a:buClr>
              <a:buSzPts val="2650"/>
              <a:buFont typeface="Arial"/>
              <a:buNone/>
            </a:pPr>
            <a:r>
              <a:rPr b="0" i="0" lang="en" sz="1300" u="none" cap="none" strike="noStrike">
                <a:solidFill>
                  <a:srgbClr val="666666"/>
                </a:solidFill>
                <a:latin typeface="DM Sans"/>
                <a:ea typeface="DM Sans"/>
                <a:cs typeface="DM Sans"/>
                <a:sym typeface="DM Sans"/>
              </a:rPr>
              <a:t>This project aims to develop a fraud detection system for bank transactions using machine learning. The workflow includes:</a:t>
            </a:r>
            <a:endParaRPr b="0" i="0" sz="1300" u="none" cap="none" strike="noStrike">
              <a:solidFill>
                <a:srgbClr val="666666"/>
              </a:solidFill>
              <a:latin typeface="DM Sans"/>
              <a:ea typeface="DM Sans"/>
              <a:cs typeface="DM Sans"/>
              <a:sym typeface="DM Sans"/>
            </a:endParaRPr>
          </a:p>
          <a:p>
            <a:pPr indent="-311150" lvl="0" marL="914400" marR="0" rtl="0" algn="l">
              <a:lnSpc>
                <a:spcPct val="105416"/>
              </a:lnSpc>
              <a:spcBef>
                <a:spcPts val="1795"/>
              </a:spcBef>
              <a:spcAft>
                <a:spcPts val="0"/>
              </a:spcAft>
              <a:buClr>
                <a:srgbClr val="666666"/>
              </a:buClr>
              <a:buSzPts val="1300"/>
              <a:buFont typeface="Times New Roman"/>
              <a:buChar char="●"/>
            </a:pPr>
            <a:r>
              <a:rPr b="1" i="0" lang="en" sz="1300" u="none" cap="none" strike="noStrike">
                <a:solidFill>
                  <a:srgbClr val="666666"/>
                </a:solidFill>
                <a:latin typeface="DM Sans"/>
                <a:ea typeface="DM Sans"/>
                <a:cs typeface="DM Sans"/>
                <a:sym typeface="DM Sans"/>
              </a:rPr>
              <a:t>Preprocessing</a:t>
            </a:r>
            <a:r>
              <a:rPr b="0" i="0" lang="en" sz="1300" u="none" cap="none" strike="noStrike">
                <a:solidFill>
                  <a:srgbClr val="666666"/>
                </a:solidFill>
                <a:latin typeface="DM Sans"/>
                <a:ea typeface="DM Sans"/>
                <a:cs typeface="DM Sans"/>
                <a:sym typeface="DM Sans"/>
              </a:rPr>
              <a:t>: Data cleaning, encoding, scaling, and feature engineering.</a:t>
            </a:r>
            <a:endParaRPr b="0" i="0" sz="1300" u="none" cap="none" strike="noStrike">
              <a:solidFill>
                <a:srgbClr val="666666"/>
              </a:solidFill>
              <a:latin typeface="DM Sans"/>
              <a:ea typeface="DM Sans"/>
              <a:cs typeface="DM Sans"/>
              <a:sym typeface="DM Sans"/>
            </a:endParaRPr>
          </a:p>
          <a:p>
            <a:pPr indent="-311150" lvl="0" marL="914400" marR="0" rtl="0" algn="l">
              <a:lnSpc>
                <a:spcPct val="105416"/>
              </a:lnSpc>
              <a:spcBef>
                <a:spcPts val="0"/>
              </a:spcBef>
              <a:spcAft>
                <a:spcPts val="0"/>
              </a:spcAft>
              <a:buClr>
                <a:schemeClr val="hlink"/>
              </a:buClr>
              <a:buSzPts val="1300"/>
              <a:buFont typeface="Times New Roman"/>
              <a:buChar char="●"/>
            </a:pPr>
            <a:r>
              <a:rPr b="1" i="0" lang="en" sz="1300" u="none" cap="none" strike="noStrike">
                <a:solidFill>
                  <a:srgbClr val="666666"/>
                </a:solidFill>
                <a:latin typeface="DM Sans"/>
                <a:ea typeface="DM Sans"/>
                <a:cs typeface="DM Sans"/>
                <a:sym typeface="DM Sans"/>
              </a:rPr>
              <a:t>Exploratory Data Analysis (EDA)</a:t>
            </a:r>
            <a:r>
              <a:rPr b="0" i="0" lang="en" sz="1300" u="none" cap="none" strike="noStrike">
                <a:solidFill>
                  <a:srgbClr val="666666"/>
                </a:solidFill>
                <a:latin typeface="DM Sans"/>
                <a:ea typeface="DM Sans"/>
                <a:cs typeface="DM Sans"/>
                <a:sym typeface="DM Sans"/>
              </a:rPr>
              <a:t>: Identifying patterns, anomalies, and key feature relationships.</a:t>
            </a:r>
            <a:endParaRPr b="0" i="0" sz="1300" u="none" cap="none" strike="noStrike">
              <a:solidFill>
                <a:srgbClr val="666666"/>
              </a:solidFill>
              <a:latin typeface="DM Sans"/>
              <a:ea typeface="DM Sans"/>
              <a:cs typeface="DM Sans"/>
              <a:sym typeface="DM Sans"/>
            </a:endParaRPr>
          </a:p>
          <a:p>
            <a:pPr indent="-311150" lvl="0" marL="914400" marR="0" rtl="0" algn="l">
              <a:lnSpc>
                <a:spcPct val="105416"/>
              </a:lnSpc>
              <a:spcBef>
                <a:spcPts val="0"/>
              </a:spcBef>
              <a:spcAft>
                <a:spcPts val="0"/>
              </a:spcAft>
              <a:buClr>
                <a:schemeClr val="hlink"/>
              </a:buClr>
              <a:buSzPts val="1300"/>
              <a:buFont typeface="Times New Roman"/>
              <a:buChar char="●"/>
            </a:pPr>
            <a:r>
              <a:rPr b="1" i="0" lang="en" sz="1300" u="none" cap="none" strike="noStrike">
                <a:solidFill>
                  <a:srgbClr val="666666"/>
                </a:solidFill>
                <a:latin typeface="DM Sans"/>
                <a:ea typeface="DM Sans"/>
                <a:cs typeface="DM Sans"/>
                <a:sym typeface="DM Sans"/>
              </a:rPr>
              <a:t>Imbalance Handling</a:t>
            </a:r>
            <a:r>
              <a:rPr b="0" i="0" lang="en" sz="1300" u="none" cap="none" strike="noStrike">
                <a:solidFill>
                  <a:srgbClr val="666666"/>
                </a:solidFill>
                <a:latin typeface="DM Sans"/>
                <a:ea typeface="DM Sans"/>
                <a:cs typeface="DM Sans"/>
                <a:sym typeface="DM Sans"/>
              </a:rPr>
              <a:t>: Leveraging </a:t>
            </a:r>
            <a:r>
              <a:rPr b="1" i="0" lang="en" sz="1300" u="none" cap="none" strike="noStrike">
                <a:solidFill>
                  <a:srgbClr val="666666"/>
                </a:solidFill>
                <a:latin typeface="DM Sans"/>
                <a:ea typeface="DM Sans"/>
                <a:cs typeface="DM Sans"/>
                <a:sym typeface="DM Sans"/>
              </a:rPr>
              <a:t>Adversarial Variational Autoencoder (CTGAN)</a:t>
            </a:r>
            <a:r>
              <a:rPr b="0" i="0" lang="en" sz="1300" u="none" cap="none" strike="noStrike">
                <a:solidFill>
                  <a:srgbClr val="666666"/>
                </a:solidFill>
                <a:latin typeface="DM Sans"/>
                <a:ea typeface="DM Sans"/>
                <a:cs typeface="DM Sans"/>
                <a:sym typeface="DM Sans"/>
              </a:rPr>
              <a:t> to generate realistic synthetic samples for the minority (fraud) class.</a:t>
            </a:r>
            <a:endParaRPr b="0" i="0" sz="1300" u="none" cap="none" strike="noStrike">
              <a:solidFill>
                <a:srgbClr val="666666"/>
              </a:solidFill>
              <a:latin typeface="DM Sans"/>
              <a:ea typeface="DM Sans"/>
              <a:cs typeface="DM Sans"/>
              <a:sym typeface="DM Sans"/>
            </a:endParaRPr>
          </a:p>
          <a:p>
            <a:pPr indent="-311150" lvl="0" marL="914400" marR="0" rtl="0" algn="l">
              <a:lnSpc>
                <a:spcPct val="105416"/>
              </a:lnSpc>
              <a:spcBef>
                <a:spcPts val="0"/>
              </a:spcBef>
              <a:spcAft>
                <a:spcPts val="0"/>
              </a:spcAft>
              <a:buClr>
                <a:schemeClr val="hlink"/>
              </a:buClr>
              <a:buSzPts val="1300"/>
              <a:buFont typeface="Times New Roman"/>
              <a:buChar char="●"/>
            </a:pPr>
            <a:r>
              <a:rPr b="1" i="0" lang="en" sz="1300" u="none" cap="none" strike="noStrike">
                <a:solidFill>
                  <a:srgbClr val="666666"/>
                </a:solidFill>
                <a:latin typeface="DM Sans"/>
                <a:ea typeface="DM Sans"/>
                <a:cs typeface="DM Sans"/>
                <a:sym typeface="DM Sans"/>
              </a:rPr>
              <a:t>Modeling &amp; Visualization</a:t>
            </a:r>
            <a:r>
              <a:rPr b="0" i="0" lang="en" sz="1300" u="none" cap="none" strike="noStrike">
                <a:solidFill>
                  <a:srgbClr val="666666"/>
                </a:solidFill>
                <a:latin typeface="DM Sans"/>
                <a:ea typeface="DM Sans"/>
                <a:cs typeface="DM Sans"/>
                <a:sym typeface="DM Sans"/>
              </a:rPr>
              <a:t>: Training classification models, evaluating performance with robust metrics, and visualizing results.</a:t>
            </a:r>
            <a:endParaRPr b="0" i="0" sz="1300" u="none" cap="none" strike="noStrike">
              <a:solidFill>
                <a:srgbClr val="666666"/>
              </a:solidFill>
              <a:latin typeface="DM Sans"/>
              <a:ea typeface="DM Sans"/>
              <a:cs typeface="DM Sans"/>
              <a:sym typeface="DM Sans"/>
            </a:endParaRPr>
          </a:p>
          <a:p>
            <a:pPr indent="0" lvl="0" marL="285750" marR="0" rtl="0" algn="just">
              <a:lnSpc>
                <a:spcPct val="105416"/>
              </a:lnSpc>
              <a:spcBef>
                <a:spcPts val="1795"/>
              </a:spcBef>
              <a:spcAft>
                <a:spcPts val="0"/>
              </a:spcAft>
              <a:buClr>
                <a:srgbClr val="000000"/>
              </a:buClr>
              <a:buSzPts val="1300"/>
              <a:buFont typeface="Arial"/>
              <a:buNone/>
            </a:pPr>
            <a:r>
              <a:rPr b="0" i="0" lang="en" sz="1300" u="none" cap="none" strike="noStrike">
                <a:solidFill>
                  <a:srgbClr val="666666"/>
                </a:solidFill>
                <a:latin typeface="DM Sans"/>
                <a:ea typeface="DM Sans"/>
                <a:cs typeface="DM Sans"/>
                <a:sym typeface="DM Sans"/>
              </a:rPr>
              <a:t>The ultimate goal is to build a </a:t>
            </a:r>
            <a:r>
              <a:rPr b="1" i="0" lang="en" sz="1300" u="none" cap="none" strike="noStrike">
                <a:solidFill>
                  <a:srgbClr val="666666"/>
                </a:solidFill>
                <a:latin typeface="DM Sans"/>
                <a:ea typeface="DM Sans"/>
                <a:cs typeface="DM Sans"/>
                <a:sym typeface="DM Sans"/>
              </a:rPr>
              <a:t>balanced, accurate, and reliable fraud detection system</a:t>
            </a:r>
            <a:r>
              <a:rPr b="0" i="0" lang="en" sz="1300" u="none" cap="none" strike="noStrike">
                <a:solidFill>
                  <a:srgbClr val="666666"/>
                </a:solidFill>
                <a:latin typeface="DM Sans"/>
                <a:ea typeface="DM Sans"/>
                <a:cs typeface="DM Sans"/>
                <a:sym typeface="DM Sans"/>
              </a:rPr>
              <a:t> that enables financial institutions to detect and prevent fraudulent transactions effectively.</a:t>
            </a:r>
            <a:endParaRPr b="0" i="0" sz="1300" u="none" cap="none" strike="noStrike">
              <a:solidFill>
                <a:srgbClr val="666666"/>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chemeClr val="hlink"/>
              </a:solidFill>
              <a:latin typeface="DM Sans"/>
              <a:ea typeface="DM Sans"/>
              <a:cs typeface="DM Sans"/>
              <a:sym typeface="DM Sans"/>
            </a:endParaRPr>
          </a:p>
        </p:txBody>
      </p:sp>
      <p:pic>
        <p:nvPicPr>
          <p:cNvPr descr="GNCIPL Internship &amp; Job Group" id="237" name="Google Shape;237;g385b39a9788_0_7"/>
          <p:cNvPicPr preferRelativeResize="0"/>
          <p:nvPr/>
        </p:nvPicPr>
        <p:blipFill rotWithShape="1">
          <a:blip r:embed="rId3">
            <a:alphaModFix/>
          </a:blip>
          <a:srcRect b="0" l="0" r="0" t="0"/>
          <a:stretch/>
        </p:blipFill>
        <p:spPr>
          <a:xfrm>
            <a:off x="4267850" y="4489450"/>
            <a:ext cx="457200" cy="457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385b39a9788_0_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43" name="Google Shape;243;g385b39a9788_0_14"/>
          <p:cNvSpPr txBox="1"/>
          <p:nvPr>
            <p:ph idx="1" type="body"/>
          </p:nvPr>
        </p:nvSpPr>
        <p:spPr>
          <a:xfrm>
            <a:off x="924075" y="781900"/>
            <a:ext cx="3411900" cy="654000"/>
          </a:xfrm>
          <a:prstGeom prst="rect">
            <a:avLst/>
          </a:prstGeom>
          <a:noFill/>
          <a:ln>
            <a:noFill/>
          </a:ln>
        </p:spPr>
        <p:txBody>
          <a:bodyPr anchorCtr="0" anchor="ctr" bIns="91425" lIns="91425" spcFirstLastPara="1" rIns="91425" wrap="square" tIns="91425">
            <a:noAutofit/>
          </a:bodyPr>
          <a:lstStyle/>
          <a:p>
            <a:pPr indent="171450" lvl="0" marL="228600" rtl="0" algn="l">
              <a:lnSpc>
                <a:spcPct val="107916"/>
              </a:lnSpc>
              <a:spcBef>
                <a:spcPts val="0"/>
              </a:spcBef>
              <a:spcAft>
                <a:spcPts val="0"/>
              </a:spcAft>
              <a:buSzPts val="3833"/>
              <a:buNone/>
            </a:pPr>
            <a:r>
              <a:rPr lang="en" sz="3000">
                <a:solidFill>
                  <a:srgbClr val="1C4587"/>
                </a:solidFill>
              </a:rPr>
              <a:t>Introduction</a:t>
            </a:r>
            <a:r>
              <a:rPr lang="en" sz="5600">
                <a:solidFill>
                  <a:srgbClr val="1C4587"/>
                </a:solidFill>
              </a:rPr>
              <a:t> </a:t>
            </a:r>
            <a:r>
              <a:rPr b="1" lang="en" sz="4800">
                <a:solidFill>
                  <a:srgbClr val="1C4587"/>
                </a:solidFill>
              </a:rPr>
              <a:t> </a:t>
            </a:r>
            <a:endParaRPr sz="3800">
              <a:solidFill>
                <a:srgbClr val="1C4587"/>
              </a:solidFill>
            </a:endParaRPr>
          </a:p>
        </p:txBody>
      </p:sp>
      <p:sp>
        <p:nvSpPr>
          <p:cNvPr id="244" name="Google Shape;244;g385b39a9788_0_14"/>
          <p:cNvSpPr txBox="1"/>
          <p:nvPr/>
        </p:nvSpPr>
        <p:spPr>
          <a:xfrm>
            <a:off x="924075" y="1691750"/>
            <a:ext cx="7008600" cy="2971500"/>
          </a:xfrm>
          <a:prstGeom prst="rect">
            <a:avLst/>
          </a:prstGeom>
          <a:noFill/>
          <a:ln>
            <a:noFill/>
          </a:ln>
        </p:spPr>
        <p:txBody>
          <a:bodyPr anchorCtr="0" anchor="ctr" bIns="91425" lIns="91425" spcFirstLastPara="1" rIns="91425" wrap="square" tIns="91425">
            <a:noAutofit/>
          </a:bodyPr>
          <a:lstStyle/>
          <a:p>
            <a:pPr indent="-311150" lvl="0" marL="457200" marR="125095" rtl="0" algn="l">
              <a:lnSpc>
                <a:spcPct val="105416"/>
              </a:lnSpc>
              <a:spcBef>
                <a:spcPts val="0"/>
              </a:spcBef>
              <a:spcAft>
                <a:spcPts val="0"/>
              </a:spcAft>
              <a:buClr>
                <a:schemeClr val="hlink"/>
              </a:buClr>
              <a:buSzPts val="1300"/>
              <a:buFont typeface="DM Sans"/>
              <a:buChar char="●"/>
            </a:pPr>
            <a:r>
              <a:rPr b="0" i="0" lang="en" sz="1300" u="none" cap="none" strike="noStrike">
                <a:solidFill>
                  <a:schemeClr val="hlink"/>
                </a:solidFill>
                <a:latin typeface="DM Sans"/>
                <a:ea typeface="DM Sans"/>
                <a:cs typeface="DM Sans"/>
                <a:sym typeface="DM Sans"/>
              </a:rPr>
              <a:t>Financial fraud detection is a critical challenge for banking and digital payment systems.</a:t>
            </a:r>
            <a:endParaRPr b="0" i="0" sz="1300" u="none" cap="none" strike="noStrike">
              <a:solidFill>
                <a:schemeClr val="hlink"/>
              </a:solidFill>
              <a:latin typeface="DM Sans"/>
              <a:ea typeface="DM Sans"/>
              <a:cs typeface="DM Sans"/>
              <a:sym typeface="DM Sans"/>
            </a:endParaRPr>
          </a:p>
          <a:p>
            <a:pPr indent="-311150" lvl="0" marL="457200" marR="125095" rtl="0" algn="l">
              <a:lnSpc>
                <a:spcPct val="105416"/>
              </a:lnSpc>
              <a:spcBef>
                <a:spcPts val="0"/>
              </a:spcBef>
              <a:spcAft>
                <a:spcPts val="0"/>
              </a:spcAft>
              <a:buClr>
                <a:schemeClr val="hlink"/>
              </a:buClr>
              <a:buSzPts val="1300"/>
              <a:buFont typeface="DM Sans"/>
              <a:buChar char="●"/>
            </a:pPr>
            <a:r>
              <a:rPr b="0" i="0" lang="en" sz="1300" u="none" cap="none" strike="noStrike">
                <a:solidFill>
                  <a:schemeClr val="hlink"/>
                </a:solidFill>
                <a:latin typeface="DM Sans"/>
                <a:ea typeface="DM Sans"/>
                <a:cs typeface="DM Sans"/>
                <a:sym typeface="DM Sans"/>
              </a:rPr>
              <a:t>Fraudulent transactions make up only a small portion of total data, causing class imbalance that can bias machine learning models.</a:t>
            </a:r>
            <a:endParaRPr b="0" i="0" sz="1300" u="none" cap="none" strike="noStrike">
              <a:solidFill>
                <a:schemeClr val="hlink"/>
              </a:solidFill>
              <a:latin typeface="DM Sans"/>
              <a:ea typeface="DM Sans"/>
              <a:cs typeface="DM Sans"/>
              <a:sym typeface="DM Sans"/>
            </a:endParaRPr>
          </a:p>
          <a:p>
            <a:pPr indent="-311150" lvl="0" marL="457200" marR="125095" rtl="0" algn="l">
              <a:lnSpc>
                <a:spcPct val="105416"/>
              </a:lnSpc>
              <a:spcBef>
                <a:spcPts val="0"/>
              </a:spcBef>
              <a:spcAft>
                <a:spcPts val="0"/>
              </a:spcAft>
              <a:buClr>
                <a:schemeClr val="hlink"/>
              </a:buClr>
              <a:buSzPts val="1300"/>
              <a:buFont typeface="DM Sans"/>
              <a:buChar char="●"/>
            </a:pPr>
            <a:r>
              <a:rPr b="0" i="0" lang="en" sz="1300" u="none" cap="none" strike="noStrike">
                <a:solidFill>
                  <a:schemeClr val="hlink"/>
                </a:solidFill>
                <a:latin typeface="DM Sans"/>
                <a:ea typeface="DM Sans"/>
                <a:cs typeface="DM Sans"/>
                <a:sym typeface="DM Sans"/>
              </a:rPr>
              <a:t>The project tackles this issue by creating high-quality, balanced datasets using preprocessing and CTGAN-based synthetic data generation.</a:t>
            </a:r>
            <a:endParaRPr b="0" i="0" sz="1300" u="none" cap="none" strike="noStrike">
              <a:solidFill>
                <a:schemeClr val="hlink"/>
              </a:solidFill>
              <a:latin typeface="DM Sans"/>
              <a:ea typeface="DM Sans"/>
              <a:cs typeface="DM Sans"/>
              <a:sym typeface="DM Sans"/>
            </a:endParaRPr>
          </a:p>
          <a:p>
            <a:pPr indent="-311150" lvl="0" marL="457200" marR="125095" rtl="0" algn="l">
              <a:lnSpc>
                <a:spcPct val="105416"/>
              </a:lnSpc>
              <a:spcBef>
                <a:spcPts val="0"/>
              </a:spcBef>
              <a:spcAft>
                <a:spcPts val="0"/>
              </a:spcAft>
              <a:buClr>
                <a:schemeClr val="hlink"/>
              </a:buClr>
              <a:buSzPts val="1300"/>
              <a:buFont typeface="DM Sans"/>
              <a:buChar char="●"/>
            </a:pPr>
            <a:r>
              <a:rPr b="0" i="0" lang="en" sz="1300" u="none" cap="none" strike="noStrike">
                <a:solidFill>
                  <a:schemeClr val="hlink"/>
                </a:solidFill>
                <a:latin typeface="DM Sans"/>
                <a:ea typeface="DM Sans"/>
                <a:cs typeface="DM Sans"/>
                <a:sym typeface="DM Sans"/>
              </a:rPr>
              <a:t>The enhanced dataset is then used to train and support machine learning models for accurate fraud detection.</a:t>
            </a:r>
            <a:endParaRPr b="0" i="0" sz="1300" u="none" cap="none" strike="noStrike">
              <a:solidFill>
                <a:schemeClr val="hlink"/>
              </a:solidFill>
              <a:latin typeface="DM Sans"/>
              <a:ea typeface="DM Sans"/>
              <a:cs typeface="DM Sans"/>
              <a:sym typeface="DM Sans"/>
            </a:endParaRPr>
          </a:p>
          <a:p>
            <a:pPr indent="-311150" lvl="0" marL="457200" marR="125095" rtl="0" algn="l">
              <a:lnSpc>
                <a:spcPct val="105416"/>
              </a:lnSpc>
              <a:spcBef>
                <a:spcPts val="0"/>
              </a:spcBef>
              <a:spcAft>
                <a:spcPts val="0"/>
              </a:spcAft>
              <a:buClr>
                <a:schemeClr val="hlink"/>
              </a:buClr>
              <a:buSzPts val="1300"/>
              <a:buFont typeface="DM Sans"/>
              <a:buChar char="●"/>
            </a:pPr>
            <a:r>
              <a:rPr b="0" i="0" lang="en" sz="1300" u="none" cap="none" strike="noStrike">
                <a:solidFill>
                  <a:schemeClr val="hlink"/>
                </a:solidFill>
                <a:latin typeface="DM Sans"/>
                <a:ea typeface="DM Sans"/>
                <a:cs typeface="DM Sans"/>
                <a:sym typeface="DM Sans"/>
              </a:rPr>
              <a:t>The project integrates data preparation, visualization, and predictive modeling into an end-to-end pipeline for reliable and efficient fraud detection.</a:t>
            </a:r>
            <a:endParaRPr b="1" i="0" sz="1300" u="none" cap="none" strike="noStrike">
              <a:solidFill>
                <a:schemeClr val="hlink"/>
              </a:solidFill>
              <a:latin typeface="DM Sans"/>
              <a:ea typeface="DM Sans"/>
              <a:cs typeface="DM Sans"/>
              <a:sym typeface="DM Sans"/>
            </a:endParaRPr>
          </a:p>
        </p:txBody>
      </p:sp>
      <p:pic>
        <p:nvPicPr>
          <p:cNvPr descr="GNCIPL Internship &amp; Job Group" id="245" name="Google Shape;245;g385b39a9788_0_14"/>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85b39a9788_0_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51" name="Google Shape;251;g385b39a9788_0_20"/>
          <p:cNvSpPr txBox="1"/>
          <p:nvPr>
            <p:ph idx="1" type="body"/>
          </p:nvPr>
        </p:nvSpPr>
        <p:spPr>
          <a:xfrm>
            <a:off x="924075" y="781900"/>
            <a:ext cx="5260200" cy="654000"/>
          </a:xfrm>
          <a:prstGeom prst="rect">
            <a:avLst/>
          </a:prstGeom>
          <a:noFill/>
          <a:ln>
            <a:noFill/>
          </a:ln>
        </p:spPr>
        <p:txBody>
          <a:bodyPr anchorCtr="0" anchor="ctr" bIns="91425" lIns="91425" spcFirstLastPara="1" rIns="91425" wrap="square" tIns="91425">
            <a:noAutofit/>
          </a:bodyPr>
          <a:lstStyle/>
          <a:p>
            <a:pPr indent="171450" lvl="0" marL="228600" rtl="0" algn="l">
              <a:lnSpc>
                <a:spcPct val="107916"/>
              </a:lnSpc>
              <a:spcBef>
                <a:spcPts val="0"/>
              </a:spcBef>
              <a:spcAft>
                <a:spcPts val="0"/>
              </a:spcAft>
              <a:buSzPts val="3833"/>
              <a:buNone/>
            </a:pPr>
            <a:r>
              <a:rPr lang="en" sz="3000">
                <a:solidFill>
                  <a:srgbClr val="1C4587"/>
                </a:solidFill>
              </a:rPr>
              <a:t>Problem Statement</a:t>
            </a:r>
            <a:r>
              <a:rPr lang="en" sz="5600">
                <a:solidFill>
                  <a:srgbClr val="1C4587"/>
                </a:solidFill>
              </a:rPr>
              <a:t> </a:t>
            </a:r>
            <a:r>
              <a:rPr b="1" lang="en" sz="4800">
                <a:solidFill>
                  <a:srgbClr val="1C4587"/>
                </a:solidFill>
              </a:rPr>
              <a:t> </a:t>
            </a:r>
            <a:endParaRPr sz="3800">
              <a:solidFill>
                <a:srgbClr val="1C4587"/>
              </a:solidFill>
            </a:endParaRPr>
          </a:p>
        </p:txBody>
      </p:sp>
      <p:sp>
        <p:nvSpPr>
          <p:cNvPr id="252" name="Google Shape;252;g385b39a9788_0_20"/>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0" lvl="0" marL="457200" marR="0" rtl="0" algn="l">
              <a:lnSpc>
                <a:spcPct val="103333"/>
              </a:lnSpc>
              <a:spcBef>
                <a:spcPts val="0"/>
              </a:spcBef>
              <a:spcAft>
                <a:spcPts val="0"/>
              </a:spcAft>
              <a:buClr>
                <a:srgbClr val="000000"/>
              </a:buClr>
              <a:buSzPts val="1300"/>
              <a:buFont typeface="Arial"/>
              <a:buNone/>
            </a:pPr>
            <a:r>
              <a:rPr b="0" i="0" lang="en" sz="1300" u="none" cap="none" strike="noStrike">
                <a:solidFill>
                  <a:srgbClr val="666666"/>
                </a:solidFill>
                <a:latin typeface="DM Sans"/>
                <a:ea typeface="DM Sans"/>
                <a:cs typeface="DM Sans"/>
                <a:sym typeface="DM Sans"/>
              </a:rPr>
              <a:t>Fraudulent transactions in banking data are rare, leading to imbalanced datasets where traditional models tend to misclassify minority (fraud) cases. Additionally, raw transaction data often contain missing values, mixed data types, and redundant information. The project aims to create a clean, balanced, and informative dataset using CTGAN and preprocessing techniques, followed by model training and visualization to accurately predict fraudulent behavior. </a:t>
            </a:r>
            <a:endParaRPr b="0" i="0" sz="1300" u="none" cap="none" strike="noStrike">
              <a:solidFill>
                <a:srgbClr val="666666"/>
              </a:solidFill>
              <a:latin typeface="DM Sans"/>
              <a:ea typeface="DM Sans"/>
              <a:cs typeface="DM Sans"/>
              <a:sym typeface="DM Sans"/>
            </a:endParaRPr>
          </a:p>
          <a:p>
            <a:pPr indent="0" lvl="0" marL="457200" marR="0" rtl="0" algn="l">
              <a:lnSpc>
                <a:spcPct val="107083"/>
              </a:lnSpc>
              <a:spcBef>
                <a:spcPts val="515"/>
              </a:spcBef>
              <a:spcAft>
                <a:spcPts val="0"/>
              </a:spcAft>
              <a:buClr>
                <a:srgbClr val="000000"/>
              </a:buClr>
              <a:buSzPts val="1300"/>
              <a:buFont typeface="Arial"/>
              <a:buNone/>
            </a:pPr>
            <a:r>
              <a:t/>
            </a:r>
            <a:endParaRPr b="0" i="0" sz="1300" u="none" cap="none" strike="noStrike">
              <a:solidFill>
                <a:srgbClr val="666666"/>
              </a:solidFill>
              <a:latin typeface="DM Sans"/>
              <a:ea typeface="DM Sans"/>
              <a:cs typeface="DM Sans"/>
              <a:sym typeface="DM Sans"/>
            </a:endParaRPr>
          </a:p>
          <a:p>
            <a:pPr indent="0" lvl="0" marL="457200" marR="0" rtl="0" algn="l">
              <a:lnSpc>
                <a:spcPct val="107083"/>
              </a:lnSpc>
              <a:spcBef>
                <a:spcPts val="515"/>
              </a:spcBef>
              <a:spcAft>
                <a:spcPts val="0"/>
              </a:spcAft>
              <a:buClr>
                <a:srgbClr val="000000"/>
              </a:buClr>
              <a:buSzPts val="1300"/>
              <a:buFont typeface="Arial"/>
              <a:buNone/>
            </a:pPr>
            <a:r>
              <a:rPr b="0" i="0" lang="en" sz="1300" u="none" cap="none" strike="noStrike">
                <a:solidFill>
                  <a:srgbClr val="666666"/>
                </a:solidFill>
                <a:latin typeface="DM Sans"/>
                <a:ea typeface="DM Sans"/>
                <a:cs typeface="DM Sans"/>
                <a:sym typeface="DM Sans"/>
              </a:rPr>
              <a:t>“This project balances and cleans banking data using AVAE and preprocessing techniques. It then trains models to accurately detect and visualize fraudulent transactions..”</a:t>
            </a:r>
            <a:endParaRPr b="1" i="0" sz="1300" u="none" cap="none" strike="noStrike">
              <a:solidFill>
                <a:schemeClr val="hlink"/>
              </a:solidFill>
              <a:latin typeface="DM Sans"/>
              <a:ea typeface="DM Sans"/>
              <a:cs typeface="DM Sans"/>
              <a:sym typeface="DM Sans"/>
            </a:endParaRPr>
          </a:p>
        </p:txBody>
      </p:sp>
      <p:pic>
        <p:nvPicPr>
          <p:cNvPr descr="GNCIPL Internship &amp; Job Group" id="253" name="Google Shape;253;g385b39a9788_0_20"/>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85b39a9788_0_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59" name="Google Shape;259;g385b39a9788_0_26"/>
          <p:cNvSpPr txBox="1"/>
          <p:nvPr>
            <p:ph idx="1" type="body"/>
          </p:nvPr>
        </p:nvSpPr>
        <p:spPr>
          <a:xfrm>
            <a:off x="924075" y="781900"/>
            <a:ext cx="3411900" cy="654000"/>
          </a:xfrm>
          <a:prstGeom prst="rect">
            <a:avLst/>
          </a:prstGeom>
          <a:noFill/>
          <a:ln>
            <a:noFill/>
          </a:ln>
        </p:spPr>
        <p:txBody>
          <a:bodyPr anchorCtr="0" anchor="ctr" bIns="91425" lIns="91425" spcFirstLastPara="1" rIns="91425" wrap="square" tIns="91425">
            <a:noAutofit/>
          </a:bodyPr>
          <a:lstStyle/>
          <a:p>
            <a:pPr indent="171450" lvl="0" marL="228600" rtl="0" algn="l">
              <a:lnSpc>
                <a:spcPct val="107916"/>
              </a:lnSpc>
              <a:spcBef>
                <a:spcPts val="0"/>
              </a:spcBef>
              <a:spcAft>
                <a:spcPts val="0"/>
              </a:spcAft>
              <a:buSzPts val="3833"/>
              <a:buNone/>
            </a:pPr>
            <a:r>
              <a:rPr lang="en" sz="3000">
                <a:solidFill>
                  <a:srgbClr val="1C4587"/>
                </a:solidFill>
              </a:rPr>
              <a:t>Objectives</a:t>
            </a:r>
            <a:r>
              <a:rPr lang="en" sz="5600">
                <a:solidFill>
                  <a:srgbClr val="1C4587"/>
                </a:solidFill>
              </a:rPr>
              <a:t> </a:t>
            </a:r>
            <a:r>
              <a:rPr b="1" lang="en" sz="4800">
                <a:solidFill>
                  <a:srgbClr val="1C4587"/>
                </a:solidFill>
              </a:rPr>
              <a:t> </a:t>
            </a:r>
            <a:endParaRPr sz="3800">
              <a:solidFill>
                <a:srgbClr val="1C4587"/>
              </a:solidFill>
            </a:endParaRPr>
          </a:p>
        </p:txBody>
      </p:sp>
      <p:sp>
        <p:nvSpPr>
          <p:cNvPr id="260" name="Google Shape;260;g385b39a9788_0_26"/>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360680" lvl="0" marL="405130" marR="0" rtl="0" algn="l">
              <a:lnSpc>
                <a:spcPct val="10708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To load, clean, and preprocess the bank transaction dataset for modeling.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To perform EDA to understand data patterns and correlations.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To balance the dataset using CTGAN for synthetic data generation.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To train and evaluate machine learning models for fraud detection.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To visualize performance metrics (accuracy, precision, recall, ROC curve).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To prepare a complete, optimized dataset ready for deployment in fraud detection systems. </a:t>
            </a:r>
            <a:endParaRPr b="1" i="0" sz="1300" u="none" cap="none" strike="noStrike">
              <a:solidFill>
                <a:schemeClr val="hlink"/>
              </a:solidFill>
              <a:latin typeface="DM Sans"/>
              <a:ea typeface="DM Sans"/>
              <a:cs typeface="DM Sans"/>
              <a:sym typeface="DM Sans"/>
            </a:endParaRPr>
          </a:p>
        </p:txBody>
      </p:sp>
      <p:pic>
        <p:nvPicPr>
          <p:cNvPr descr="GNCIPL Internship &amp; Job Group" id="261" name="Google Shape;261;g385b39a9788_0_26"/>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85cb2a7d26_0_18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67" name="Google Shape;267;g385cb2a7d26_0_1809"/>
          <p:cNvSpPr txBox="1"/>
          <p:nvPr>
            <p:ph idx="1" type="body"/>
          </p:nvPr>
        </p:nvSpPr>
        <p:spPr>
          <a:xfrm>
            <a:off x="924075" y="781900"/>
            <a:ext cx="3411900" cy="654000"/>
          </a:xfrm>
          <a:prstGeom prst="rect">
            <a:avLst/>
          </a:prstGeom>
          <a:noFill/>
          <a:ln>
            <a:noFill/>
          </a:ln>
        </p:spPr>
        <p:txBody>
          <a:bodyPr anchorCtr="0" anchor="ctr" bIns="91425" lIns="91425" spcFirstLastPara="1" rIns="91425" wrap="square" tIns="91425">
            <a:noAutofit/>
          </a:bodyPr>
          <a:lstStyle/>
          <a:p>
            <a:pPr indent="171450" lvl="0" marL="228600" rtl="0" algn="l">
              <a:lnSpc>
                <a:spcPct val="107916"/>
              </a:lnSpc>
              <a:spcBef>
                <a:spcPts val="0"/>
              </a:spcBef>
              <a:spcAft>
                <a:spcPts val="0"/>
              </a:spcAft>
              <a:buSzPts val="3833"/>
              <a:buNone/>
            </a:pPr>
            <a:r>
              <a:rPr lang="en" sz="3000">
                <a:solidFill>
                  <a:srgbClr val="1C4587"/>
                </a:solidFill>
              </a:rPr>
              <a:t>Workflow</a:t>
            </a:r>
            <a:r>
              <a:rPr lang="en" sz="5600">
                <a:solidFill>
                  <a:srgbClr val="1C4587"/>
                </a:solidFill>
              </a:rPr>
              <a:t> </a:t>
            </a:r>
            <a:r>
              <a:rPr b="1" lang="en" sz="4800">
                <a:solidFill>
                  <a:srgbClr val="1C4587"/>
                </a:solidFill>
              </a:rPr>
              <a:t> </a:t>
            </a:r>
            <a:endParaRPr sz="3800">
              <a:solidFill>
                <a:srgbClr val="1C4587"/>
              </a:solidFill>
            </a:endParaRPr>
          </a:p>
        </p:txBody>
      </p:sp>
      <p:sp>
        <p:nvSpPr>
          <p:cNvPr id="268" name="Google Shape;268;g385cb2a7d26_0_1809"/>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457200" lvl="0" marL="0" marR="0" rtl="0" algn="l">
              <a:lnSpc>
                <a:spcPct val="107083"/>
              </a:lnSpc>
              <a:spcBef>
                <a:spcPts val="515"/>
              </a:spcBef>
              <a:spcAft>
                <a:spcPts val="0"/>
              </a:spcAft>
              <a:buClr>
                <a:srgbClr val="000000"/>
              </a:buClr>
              <a:buSzPts val="1300"/>
              <a:buFont typeface="Arial"/>
              <a:buNone/>
            </a:pPr>
            <a:r>
              <a:rPr b="0" i="0" lang="en" sz="1300" u="none" cap="none" strike="noStrike">
                <a:solidFill>
                  <a:srgbClr val="666666"/>
                </a:solidFill>
                <a:latin typeface="DM Sans"/>
                <a:ea typeface="DM Sans"/>
                <a:cs typeface="DM Sans"/>
                <a:sym typeface="DM Sans"/>
              </a:rPr>
              <a:t>Environment setup          Database initialization           Synthetic data generation  </a:t>
            </a:r>
            <a:endParaRPr b="0" i="0" sz="1300" u="none" cap="none" strike="noStrike">
              <a:solidFill>
                <a:srgbClr val="666666"/>
              </a:solidFill>
              <a:latin typeface="DM Sans"/>
              <a:ea typeface="DM Sans"/>
              <a:cs typeface="DM Sans"/>
              <a:sym typeface="DM Sans"/>
            </a:endParaRPr>
          </a:p>
          <a:p>
            <a:pPr indent="457200" lvl="0" marL="457200" marR="0" rtl="0" algn="l">
              <a:lnSpc>
                <a:spcPct val="107083"/>
              </a:lnSpc>
              <a:spcBef>
                <a:spcPts val="515"/>
              </a:spcBef>
              <a:spcAft>
                <a:spcPts val="0"/>
              </a:spcAft>
              <a:buClr>
                <a:srgbClr val="000000"/>
              </a:buClr>
              <a:buSzPts val="1300"/>
              <a:buFont typeface="Arial"/>
              <a:buNone/>
            </a:pPr>
            <a:r>
              <a:rPr b="0" i="0" lang="en" sz="1300" u="none" cap="none" strike="noStrike">
                <a:solidFill>
                  <a:srgbClr val="666666"/>
                </a:solidFill>
                <a:latin typeface="DM Sans"/>
                <a:ea typeface="DM Sans"/>
                <a:cs typeface="DM Sans"/>
                <a:sym typeface="DM Sans"/>
              </a:rPr>
              <a:t>												Model evaluation            Model implementation		Comparative analysis														Recommendation model 	    Model artifact storage 	UI</a:t>
            </a:r>
            <a:endParaRPr b="0" i="0" sz="1300" u="none" cap="none" strike="noStrike">
              <a:solidFill>
                <a:srgbClr val="666666"/>
              </a:solidFill>
              <a:latin typeface="DM Sans"/>
              <a:ea typeface="DM Sans"/>
              <a:cs typeface="DM Sans"/>
              <a:sym typeface="DM Sans"/>
            </a:endParaRPr>
          </a:p>
        </p:txBody>
      </p:sp>
      <p:pic>
        <p:nvPicPr>
          <p:cNvPr descr="GNCIPL Internship &amp; Job Group" id="269" name="Google Shape;269;g385cb2a7d26_0_1809"/>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cxnSp>
        <p:nvCxnSpPr>
          <p:cNvPr id="270" name="Google Shape;270;g385cb2a7d26_0_1809"/>
          <p:cNvCxnSpPr/>
          <p:nvPr/>
        </p:nvCxnSpPr>
        <p:spPr>
          <a:xfrm>
            <a:off x="2975700" y="1885300"/>
            <a:ext cx="276300" cy="5700"/>
          </a:xfrm>
          <a:prstGeom prst="straightConnector1">
            <a:avLst/>
          </a:prstGeom>
          <a:noFill/>
          <a:ln cap="flat" cmpd="sng" w="9525">
            <a:solidFill>
              <a:schemeClr val="dk2"/>
            </a:solidFill>
            <a:prstDash val="solid"/>
            <a:round/>
            <a:headEnd len="sm" w="sm" type="none"/>
            <a:tailEnd len="med" w="med" type="triangle"/>
          </a:ln>
        </p:spPr>
      </p:cxnSp>
      <p:cxnSp>
        <p:nvCxnSpPr>
          <p:cNvPr id="271" name="Google Shape;271;g385cb2a7d26_0_1809"/>
          <p:cNvCxnSpPr/>
          <p:nvPr/>
        </p:nvCxnSpPr>
        <p:spPr>
          <a:xfrm>
            <a:off x="5092275" y="1882450"/>
            <a:ext cx="293100" cy="11400"/>
          </a:xfrm>
          <a:prstGeom prst="straightConnector1">
            <a:avLst/>
          </a:prstGeom>
          <a:noFill/>
          <a:ln cap="flat" cmpd="sng" w="9525">
            <a:solidFill>
              <a:schemeClr val="dk2"/>
            </a:solidFill>
            <a:prstDash val="solid"/>
            <a:round/>
            <a:headEnd len="sm" w="sm" type="none"/>
            <a:tailEnd len="med" w="med" type="triangle"/>
          </a:ln>
        </p:spPr>
      </p:cxnSp>
      <p:cxnSp>
        <p:nvCxnSpPr>
          <p:cNvPr id="272" name="Google Shape;272;g385cb2a7d26_0_1809"/>
          <p:cNvCxnSpPr/>
          <p:nvPr/>
        </p:nvCxnSpPr>
        <p:spPr>
          <a:xfrm>
            <a:off x="6492775" y="2028900"/>
            <a:ext cx="0" cy="236700"/>
          </a:xfrm>
          <a:prstGeom prst="straightConnector1">
            <a:avLst/>
          </a:prstGeom>
          <a:noFill/>
          <a:ln cap="flat" cmpd="sng" w="9525">
            <a:solidFill>
              <a:schemeClr val="dk2"/>
            </a:solidFill>
            <a:prstDash val="solid"/>
            <a:round/>
            <a:headEnd len="sm" w="sm" type="none"/>
            <a:tailEnd len="med" w="med" type="triangle"/>
          </a:ln>
        </p:spPr>
      </p:cxnSp>
      <p:cxnSp>
        <p:nvCxnSpPr>
          <p:cNvPr id="273" name="Google Shape;273;g385cb2a7d26_0_1809"/>
          <p:cNvCxnSpPr/>
          <p:nvPr/>
        </p:nvCxnSpPr>
        <p:spPr>
          <a:xfrm rot="10800000">
            <a:off x="5092275" y="2373250"/>
            <a:ext cx="364200" cy="4800"/>
          </a:xfrm>
          <a:prstGeom prst="straightConnector1">
            <a:avLst/>
          </a:prstGeom>
          <a:noFill/>
          <a:ln cap="flat" cmpd="sng" w="9525">
            <a:solidFill>
              <a:schemeClr val="dk2"/>
            </a:solidFill>
            <a:prstDash val="solid"/>
            <a:round/>
            <a:headEnd len="sm" w="sm" type="none"/>
            <a:tailEnd len="med" w="med" type="triangle"/>
          </a:ln>
        </p:spPr>
      </p:cxnSp>
      <p:cxnSp>
        <p:nvCxnSpPr>
          <p:cNvPr id="274" name="Google Shape;274;g385cb2a7d26_0_1809"/>
          <p:cNvCxnSpPr/>
          <p:nvPr/>
        </p:nvCxnSpPr>
        <p:spPr>
          <a:xfrm flipH="1">
            <a:off x="2847000" y="2372800"/>
            <a:ext cx="372000" cy="5700"/>
          </a:xfrm>
          <a:prstGeom prst="straightConnector1">
            <a:avLst/>
          </a:prstGeom>
          <a:noFill/>
          <a:ln cap="flat" cmpd="sng" w="9525">
            <a:solidFill>
              <a:schemeClr val="dk2"/>
            </a:solidFill>
            <a:prstDash val="solid"/>
            <a:round/>
            <a:headEnd len="sm" w="sm" type="none"/>
            <a:tailEnd len="med" w="med" type="triangle"/>
          </a:ln>
        </p:spPr>
      </p:cxnSp>
      <p:cxnSp>
        <p:nvCxnSpPr>
          <p:cNvPr id="275" name="Google Shape;275;g385cb2a7d26_0_1809"/>
          <p:cNvCxnSpPr/>
          <p:nvPr/>
        </p:nvCxnSpPr>
        <p:spPr>
          <a:xfrm>
            <a:off x="3467525" y="2824500"/>
            <a:ext cx="390000" cy="0"/>
          </a:xfrm>
          <a:prstGeom prst="straightConnector1">
            <a:avLst/>
          </a:prstGeom>
          <a:noFill/>
          <a:ln cap="flat" cmpd="sng" w="9525">
            <a:solidFill>
              <a:schemeClr val="dk2"/>
            </a:solidFill>
            <a:prstDash val="solid"/>
            <a:round/>
            <a:headEnd len="sm" w="sm" type="none"/>
            <a:tailEnd len="med" w="med" type="triangle"/>
          </a:ln>
        </p:spPr>
      </p:cxnSp>
      <p:cxnSp>
        <p:nvCxnSpPr>
          <p:cNvPr id="276" name="Google Shape;276;g385cb2a7d26_0_1809"/>
          <p:cNvCxnSpPr/>
          <p:nvPr/>
        </p:nvCxnSpPr>
        <p:spPr>
          <a:xfrm>
            <a:off x="5700000" y="2824500"/>
            <a:ext cx="277500" cy="0"/>
          </a:xfrm>
          <a:prstGeom prst="straightConnector1">
            <a:avLst/>
          </a:prstGeom>
          <a:noFill/>
          <a:ln cap="flat" cmpd="sng" w="9525">
            <a:solidFill>
              <a:schemeClr val="dk2"/>
            </a:solidFill>
            <a:prstDash val="solid"/>
            <a:round/>
            <a:headEnd len="sm" w="sm" type="none"/>
            <a:tailEnd len="med" w="med" type="triangle"/>
          </a:ln>
        </p:spPr>
      </p:cxnSp>
      <p:cxnSp>
        <p:nvCxnSpPr>
          <p:cNvPr id="277" name="Google Shape;277;g385cb2a7d26_0_1809"/>
          <p:cNvCxnSpPr/>
          <p:nvPr/>
        </p:nvCxnSpPr>
        <p:spPr>
          <a:xfrm>
            <a:off x="2119175" y="2462975"/>
            <a:ext cx="5700" cy="2592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85b39a9788_0_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83" name="Google Shape;283;g385b39a9788_0_35"/>
          <p:cNvSpPr txBox="1"/>
          <p:nvPr>
            <p:ph idx="1" type="body"/>
          </p:nvPr>
        </p:nvSpPr>
        <p:spPr>
          <a:xfrm>
            <a:off x="924075" y="781900"/>
            <a:ext cx="3411900" cy="654000"/>
          </a:xfrm>
          <a:prstGeom prst="rect">
            <a:avLst/>
          </a:prstGeom>
          <a:noFill/>
          <a:ln>
            <a:noFill/>
          </a:ln>
        </p:spPr>
        <p:txBody>
          <a:bodyPr anchorCtr="0" anchor="ctr" bIns="91425" lIns="91425" spcFirstLastPara="1" rIns="91425" wrap="square" tIns="91425">
            <a:noAutofit/>
          </a:bodyPr>
          <a:lstStyle/>
          <a:p>
            <a:pPr indent="171450" lvl="0" marL="228600" rtl="0" algn="l">
              <a:lnSpc>
                <a:spcPct val="107916"/>
              </a:lnSpc>
              <a:spcBef>
                <a:spcPts val="0"/>
              </a:spcBef>
              <a:spcAft>
                <a:spcPts val="0"/>
              </a:spcAft>
              <a:buSzPts val="3833"/>
              <a:buNone/>
            </a:pPr>
            <a:r>
              <a:rPr lang="en" sz="3000">
                <a:solidFill>
                  <a:srgbClr val="1C4587"/>
                </a:solidFill>
                <a:latin typeface="Times New Roman"/>
                <a:ea typeface="Times New Roman"/>
                <a:cs typeface="Times New Roman"/>
                <a:sym typeface="Times New Roman"/>
              </a:rPr>
              <a:t>Scope of Work</a:t>
            </a:r>
            <a:r>
              <a:rPr b="1" lang="en" sz="3000">
                <a:solidFill>
                  <a:srgbClr val="1C4587"/>
                </a:solidFill>
                <a:latin typeface="Times New Roman"/>
                <a:ea typeface="Times New Roman"/>
                <a:cs typeface="Times New Roman"/>
                <a:sym typeface="Times New Roman"/>
              </a:rPr>
              <a:t> </a:t>
            </a:r>
            <a:r>
              <a:rPr b="1" lang="en" sz="4800">
                <a:solidFill>
                  <a:srgbClr val="1C4587"/>
                </a:solidFill>
              </a:rPr>
              <a:t> </a:t>
            </a:r>
            <a:endParaRPr sz="3800">
              <a:solidFill>
                <a:srgbClr val="1C4587"/>
              </a:solidFill>
            </a:endParaRPr>
          </a:p>
        </p:txBody>
      </p:sp>
      <p:sp>
        <p:nvSpPr>
          <p:cNvPr id="284" name="Google Shape;284;g385b39a9788_0_35"/>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457200" lvl="0" marL="0" marR="0" rtl="0" algn="l">
              <a:lnSpc>
                <a:spcPct val="115000"/>
              </a:lnSpc>
              <a:spcBef>
                <a:spcPts val="1200"/>
              </a:spcBef>
              <a:spcAft>
                <a:spcPts val="0"/>
              </a:spcAft>
              <a:buClr>
                <a:srgbClr val="000000"/>
              </a:buClr>
              <a:buSzPts val="1300"/>
              <a:buFont typeface="Arial"/>
              <a:buNone/>
            </a:pPr>
            <a:r>
              <a:rPr b="1" i="0" lang="en" sz="1300" u="none" cap="none" strike="noStrike">
                <a:solidFill>
                  <a:srgbClr val="666666"/>
                </a:solidFill>
                <a:latin typeface="DM Sans"/>
                <a:ea typeface="DM Sans"/>
                <a:cs typeface="DM Sans"/>
                <a:sym typeface="DM Sans"/>
              </a:rPr>
              <a:t>The project will cover:</a:t>
            </a:r>
            <a:endParaRPr b="1" i="0" sz="1300" u="none" cap="none" strike="noStrike">
              <a:solidFill>
                <a:srgbClr val="666666"/>
              </a:solidFill>
              <a:latin typeface="DM Sans"/>
              <a:ea typeface="DM Sans"/>
              <a:cs typeface="DM Sans"/>
              <a:sym typeface="DM Sans"/>
            </a:endParaRPr>
          </a:p>
          <a:p>
            <a:pPr indent="-311150" lvl="0" marL="457200" marR="0" rtl="0" algn="l">
              <a:lnSpc>
                <a:spcPct val="115000"/>
              </a:lnSpc>
              <a:spcBef>
                <a:spcPts val="1200"/>
              </a:spcBef>
              <a:spcAft>
                <a:spcPts val="0"/>
              </a:spcAft>
              <a:buClr>
                <a:srgbClr val="666666"/>
              </a:buClr>
              <a:buSzPts val="1300"/>
              <a:buFont typeface="DM Sans"/>
              <a:buChar char="●"/>
            </a:pPr>
            <a:r>
              <a:rPr b="1" i="0" lang="en" sz="1300" u="none" cap="none" strike="noStrike">
                <a:solidFill>
                  <a:srgbClr val="666666"/>
                </a:solidFill>
                <a:latin typeface="DM Sans"/>
                <a:ea typeface="DM Sans"/>
                <a:cs typeface="DM Sans"/>
                <a:sym typeface="DM Sans"/>
              </a:rPr>
              <a:t>Data Preprocessing</a:t>
            </a:r>
            <a:r>
              <a:rPr b="0" i="0" lang="en" sz="1300" u="none" cap="none" strike="noStrike">
                <a:solidFill>
                  <a:srgbClr val="666666"/>
                </a:solidFill>
                <a:latin typeface="DM Sans"/>
                <a:ea typeface="DM Sans"/>
                <a:cs typeface="DM Sans"/>
                <a:sym typeface="DM Sans"/>
              </a:rPr>
              <a:t>: Cleaning, feature extraction, encoding, and scaling</a:t>
            </a:r>
            <a:endParaRPr b="0" i="0" sz="1300" u="none" cap="none" strike="noStrike">
              <a:solidFill>
                <a:srgbClr val="666666"/>
              </a:solidFill>
              <a:latin typeface="DM Sans"/>
              <a:ea typeface="DM Sans"/>
              <a:cs typeface="DM Sans"/>
              <a:sym typeface="DM Sans"/>
            </a:endParaRPr>
          </a:p>
          <a:p>
            <a:pPr indent="-311150" lvl="0" marL="457200" marR="0" rtl="0" algn="l">
              <a:lnSpc>
                <a:spcPct val="115000"/>
              </a:lnSpc>
              <a:spcBef>
                <a:spcPts val="0"/>
              </a:spcBef>
              <a:spcAft>
                <a:spcPts val="0"/>
              </a:spcAft>
              <a:buClr>
                <a:srgbClr val="666666"/>
              </a:buClr>
              <a:buSzPts val="1300"/>
              <a:buFont typeface="DM Sans"/>
              <a:buChar char="●"/>
            </a:pPr>
            <a:r>
              <a:rPr b="1" i="0" lang="en" sz="1300" u="none" cap="none" strike="noStrike">
                <a:solidFill>
                  <a:srgbClr val="666666"/>
                </a:solidFill>
                <a:latin typeface="DM Sans"/>
                <a:ea typeface="DM Sans"/>
                <a:cs typeface="DM Sans"/>
                <a:sym typeface="DM Sans"/>
              </a:rPr>
              <a:t>Exploratory Data Analysis (EDA)</a:t>
            </a:r>
            <a:r>
              <a:rPr b="0" i="0" lang="en" sz="1300" u="none" cap="none" strike="noStrike">
                <a:solidFill>
                  <a:srgbClr val="666666"/>
                </a:solidFill>
                <a:latin typeface="DM Sans"/>
                <a:ea typeface="DM Sans"/>
                <a:cs typeface="DM Sans"/>
                <a:sym typeface="DM Sans"/>
              </a:rPr>
              <a:t>: Statistical and graphical analysis to detect patterns and anomalies</a:t>
            </a:r>
            <a:endParaRPr b="0" i="0" sz="1300" u="none" cap="none" strike="noStrike">
              <a:solidFill>
                <a:srgbClr val="666666"/>
              </a:solidFill>
              <a:latin typeface="DM Sans"/>
              <a:ea typeface="DM Sans"/>
              <a:cs typeface="DM Sans"/>
              <a:sym typeface="DM Sans"/>
            </a:endParaRPr>
          </a:p>
          <a:p>
            <a:pPr indent="-311150" lvl="0" marL="457200" marR="0" rtl="0" algn="l">
              <a:lnSpc>
                <a:spcPct val="115000"/>
              </a:lnSpc>
              <a:spcBef>
                <a:spcPts val="0"/>
              </a:spcBef>
              <a:spcAft>
                <a:spcPts val="0"/>
              </a:spcAft>
              <a:buClr>
                <a:srgbClr val="666666"/>
              </a:buClr>
              <a:buSzPts val="1300"/>
              <a:buFont typeface="DM Sans"/>
              <a:buChar char="●"/>
            </a:pPr>
            <a:r>
              <a:rPr b="1" i="0" lang="en" sz="1300" u="none" cap="none" strike="noStrike">
                <a:solidFill>
                  <a:srgbClr val="666666"/>
                </a:solidFill>
                <a:latin typeface="DM Sans"/>
                <a:ea typeface="DM Sans"/>
                <a:cs typeface="DM Sans"/>
                <a:sym typeface="DM Sans"/>
              </a:rPr>
              <a:t>Synthetic Data Generation</a:t>
            </a:r>
            <a:r>
              <a:rPr b="0" i="0" lang="en" sz="1300" u="none" cap="none" strike="noStrike">
                <a:solidFill>
                  <a:srgbClr val="666666"/>
                </a:solidFill>
                <a:latin typeface="DM Sans"/>
                <a:ea typeface="DM Sans"/>
                <a:cs typeface="DM Sans"/>
                <a:sym typeface="DM Sans"/>
              </a:rPr>
              <a:t>: Using CTGAN to balance fraud and non-fraud data</a:t>
            </a:r>
            <a:endParaRPr b="0" i="0" sz="1300" u="none" cap="none" strike="noStrike">
              <a:solidFill>
                <a:srgbClr val="666666"/>
              </a:solidFill>
              <a:latin typeface="DM Sans"/>
              <a:ea typeface="DM Sans"/>
              <a:cs typeface="DM Sans"/>
              <a:sym typeface="DM Sans"/>
            </a:endParaRPr>
          </a:p>
          <a:p>
            <a:pPr indent="-311150" lvl="0" marL="457200" marR="0" rtl="0" algn="l">
              <a:lnSpc>
                <a:spcPct val="115000"/>
              </a:lnSpc>
              <a:spcBef>
                <a:spcPts val="0"/>
              </a:spcBef>
              <a:spcAft>
                <a:spcPts val="0"/>
              </a:spcAft>
              <a:buClr>
                <a:srgbClr val="666666"/>
              </a:buClr>
              <a:buSzPts val="1300"/>
              <a:buFont typeface="DM Sans"/>
              <a:buChar char="●"/>
            </a:pPr>
            <a:r>
              <a:rPr b="1" i="0" lang="en" sz="1300" u="none" cap="none" strike="noStrike">
                <a:solidFill>
                  <a:srgbClr val="666666"/>
                </a:solidFill>
                <a:latin typeface="DM Sans"/>
                <a:ea typeface="DM Sans"/>
                <a:cs typeface="DM Sans"/>
                <a:sym typeface="DM Sans"/>
              </a:rPr>
              <a:t>Model Training</a:t>
            </a:r>
            <a:r>
              <a:rPr b="0" i="0" lang="en" sz="1300" u="none" cap="none" strike="noStrike">
                <a:solidFill>
                  <a:srgbClr val="666666"/>
                </a:solidFill>
                <a:latin typeface="DM Sans"/>
                <a:ea typeface="DM Sans"/>
                <a:cs typeface="DM Sans"/>
                <a:sym typeface="DM Sans"/>
              </a:rPr>
              <a:t>: Building and evaluating machine learning models for fraud detection</a:t>
            </a:r>
            <a:endParaRPr b="0" i="0" sz="1300" u="none" cap="none" strike="noStrike">
              <a:solidFill>
                <a:srgbClr val="666666"/>
              </a:solidFill>
              <a:latin typeface="DM Sans"/>
              <a:ea typeface="DM Sans"/>
              <a:cs typeface="DM Sans"/>
              <a:sym typeface="DM Sans"/>
            </a:endParaRPr>
          </a:p>
          <a:p>
            <a:pPr indent="-311150" lvl="0" marL="457200" marR="0" rtl="0" algn="l">
              <a:lnSpc>
                <a:spcPct val="115000"/>
              </a:lnSpc>
              <a:spcBef>
                <a:spcPts val="0"/>
              </a:spcBef>
              <a:spcAft>
                <a:spcPts val="0"/>
              </a:spcAft>
              <a:buClr>
                <a:srgbClr val="666666"/>
              </a:buClr>
              <a:buSzPts val="1300"/>
              <a:buFont typeface="DM Sans"/>
              <a:buChar char="●"/>
            </a:pPr>
            <a:r>
              <a:rPr b="1" i="0" lang="en" sz="1300" u="none" cap="none" strike="noStrike">
                <a:solidFill>
                  <a:srgbClr val="666666"/>
                </a:solidFill>
                <a:latin typeface="DM Sans"/>
                <a:ea typeface="DM Sans"/>
                <a:cs typeface="DM Sans"/>
                <a:sym typeface="DM Sans"/>
              </a:rPr>
              <a:t>Visualization</a:t>
            </a:r>
            <a:r>
              <a:rPr b="0" i="0" lang="en" sz="1300" u="none" cap="none" strike="noStrike">
                <a:solidFill>
                  <a:srgbClr val="666666"/>
                </a:solidFill>
                <a:latin typeface="DM Sans"/>
                <a:ea typeface="DM Sans"/>
                <a:cs typeface="DM Sans"/>
                <a:sym typeface="DM Sans"/>
              </a:rPr>
              <a:t>: Feature importance plots, confusion matrices, and fraud pattern charts</a:t>
            </a:r>
            <a:endParaRPr b="1" i="0" sz="1300" u="none" cap="none" strike="noStrike">
              <a:solidFill>
                <a:schemeClr val="hlink"/>
              </a:solidFill>
              <a:latin typeface="DM Sans"/>
              <a:ea typeface="DM Sans"/>
              <a:cs typeface="DM Sans"/>
              <a:sym typeface="DM Sans"/>
            </a:endParaRPr>
          </a:p>
        </p:txBody>
      </p:sp>
      <p:pic>
        <p:nvPicPr>
          <p:cNvPr descr="GNCIPL Internship &amp; Job Group" id="285" name="Google Shape;285;g385b39a9788_0_35"/>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85b39a9788_0_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91" name="Google Shape;291;g385b39a9788_0_41"/>
          <p:cNvSpPr txBox="1"/>
          <p:nvPr>
            <p:ph idx="1" type="body"/>
          </p:nvPr>
        </p:nvSpPr>
        <p:spPr>
          <a:xfrm>
            <a:off x="924075" y="781900"/>
            <a:ext cx="57576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0"/>
              </a:spcAft>
              <a:buClr>
                <a:schemeClr val="hlink"/>
              </a:buClr>
              <a:buSzPts val="3450"/>
              <a:buFont typeface="Arial"/>
              <a:buNone/>
            </a:pPr>
            <a:r>
              <a:rPr lang="en" sz="3000">
                <a:solidFill>
                  <a:srgbClr val="1C4587"/>
                </a:solidFill>
              </a:rPr>
              <a:t>Tools and Technologies</a:t>
            </a:r>
            <a:r>
              <a:rPr lang="en" sz="3000">
                <a:solidFill>
                  <a:schemeClr val="hlink"/>
                </a:solidFill>
              </a:rPr>
              <a:t> </a:t>
            </a:r>
            <a:endParaRPr sz="3000">
              <a:solidFill>
                <a:srgbClr val="1C4587"/>
              </a:solidFill>
            </a:endParaRPr>
          </a:p>
        </p:txBody>
      </p:sp>
      <p:sp>
        <p:nvSpPr>
          <p:cNvPr id="292" name="Google Shape;292;g385b39a9788_0_41"/>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708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Programming Language: Python </a:t>
            </a:r>
            <a:endParaRPr b="0" i="0" sz="1300" u="none" cap="none" strike="noStrike">
              <a:solidFill>
                <a:srgbClr val="666666"/>
              </a:solidFill>
              <a:latin typeface="DM Sans"/>
              <a:ea typeface="DM Sans"/>
              <a:cs typeface="DM Sans"/>
              <a:sym typeface="DM Sans"/>
            </a:endParaRPr>
          </a:p>
          <a:p>
            <a:pPr indent="-311150" lvl="0" marL="45720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Libraries: pandas, numpy, scikit-learn, matplotlib, seaborn, CTGAN</a:t>
            </a:r>
            <a:endParaRPr b="0" i="0" sz="1300" u="none" cap="none" strike="noStrike">
              <a:solidFill>
                <a:srgbClr val="666666"/>
              </a:solidFill>
              <a:latin typeface="DM Sans"/>
              <a:ea typeface="DM Sans"/>
              <a:cs typeface="DM Sans"/>
              <a:sym typeface="DM Sans"/>
            </a:endParaRPr>
          </a:p>
          <a:p>
            <a:pPr indent="-311150" lvl="0" marL="45720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Environment:  Google Colab /Jupyter Notebook </a:t>
            </a:r>
            <a:endParaRPr b="0" i="0" sz="1300" u="none" cap="none" strike="noStrike">
              <a:solidFill>
                <a:srgbClr val="666666"/>
              </a:solidFill>
              <a:latin typeface="DM Sans"/>
              <a:ea typeface="DM Sans"/>
              <a:cs typeface="DM Sans"/>
              <a:sym typeface="DM Sans"/>
            </a:endParaRPr>
          </a:p>
          <a:p>
            <a:pPr indent="-311150" lvl="0" marL="45720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Techniques: </a:t>
            </a:r>
            <a:endParaRPr b="0" i="0" sz="1300" u="none" cap="none" strike="noStrike">
              <a:solidFill>
                <a:srgbClr val="666666"/>
              </a:solidFill>
              <a:latin typeface="DM Sans"/>
              <a:ea typeface="DM Sans"/>
              <a:cs typeface="DM Sans"/>
              <a:sym typeface="DM Sans"/>
            </a:endParaRPr>
          </a:p>
          <a:p>
            <a:pPr indent="-311150" lvl="1" marL="91440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Data Cleaning and Feature Engineering </a:t>
            </a:r>
            <a:endParaRPr b="0" i="0" sz="1300" u="none" cap="none" strike="noStrike">
              <a:solidFill>
                <a:srgbClr val="666666"/>
              </a:solidFill>
              <a:latin typeface="DM Sans"/>
              <a:ea typeface="DM Sans"/>
              <a:cs typeface="DM Sans"/>
              <a:sym typeface="DM Sans"/>
            </a:endParaRPr>
          </a:p>
          <a:p>
            <a:pPr indent="-311150" lvl="1" marL="91440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Encoding and Scaling </a:t>
            </a:r>
            <a:endParaRPr b="0" i="0" sz="1300" u="none" cap="none" strike="noStrike">
              <a:solidFill>
                <a:srgbClr val="666666"/>
              </a:solidFill>
              <a:latin typeface="DM Sans"/>
              <a:ea typeface="DM Sans"/>
              <a:cs typeface="DM Sans"/>
              <a:sym typeface="DM Sans"/>
            </a:endParaRPr>
          </a:p>
          <a:p>
            <a:pPr indent="-311150" lvl="1" marL="914400" marR="0" rtl="0" algn="l">
              <a:lnSpc>
                <a:spcPct val="10708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Dimensionality Reduction  </a:t>
            </a:r>
            <a:endParaRPr b="0" i="0" sz="1300" u="none" cap="none" strike="noStrike">
              <a:solidFill>
                <a:srgbClr val="666666"/>
              </a:solidFill>
              <a:latin typeface="DM Sans"/>
              <a:ea typeface="DM Sans"/>
              <a:cs typeface="DM Sans"/>
              <a:sym typeface="DM Sans"/>
            </a:endParaRPr>
          </a:p>
          <a:p>
            <a:pPr indent="-311150" lvl="1" marL="914400" marR="0" rtl="0" algn="l">
              <a:lnSpc>
                <a:spcPct val="10708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Synthetic Data Generation (CTGAN) </a:t>
            </a:r>
            <a:endParaRPr b="0" i="0" sz="1300" u="none" cap="none" strike="noStrike">
              <a:solidFill>
                <a:srgbClr val="666666"/>
              </a:solidFill>
              <a:latin typeface="DM Sans"/>
              <a:ea typeface="DM Sans"/>
              <a:cs typeface="DM Sans"/>
              <a:sym typeface="DM Sans"/>
            </a:endParaRPr>
          </a:p>
          <a:p>
            <a:pPr indent="-311150" lvl="1" marL="914400" marR="0" rtl="0" algn="l">
              <a:lnSpc>
                <a:spcPct val="10708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Fraud Detection (ML Models – upcoming) </a:t>
            </a:r>
            <a:endParaRPr b="0" i="0" sz="1300" u="none" cap="none" strike="noStrike">
              <a:solidFill>
                <a:srgbClr val="666666"/>
              </a:solidFill>
              <a:latin typeface="DM Sans"/>
              <a:ea typeface="DM Sans"/>
              <a:cs typeface="DM Sans"/>
              <a:sym typeface="DM Sans"/>
            </a:endParaRPr>
          </a:p>
          <a:p>
            <a:pPr indent="-311150" lvl="0" marL="457200" marR="0" rtl="0" algn="l">
              <a:lnSpc>
                <a:spcPct val="107916"/>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Dataset:  Bank_Transaction.csv</a:t>
            </a:r>
            <a:endParaRPr b="1" i="0" sz="1300" u="none" cap="none" strike="noStrike">
              <a:solidFill>
                <a:schemeClr val="hlink"/>
              </a:solidFill>
              <a:latin typeface="DM Sans"/>
              <a:ea typeface="DM Sans"/>
              <a:cs typeface="DM Sans"/>
              <a:sym typeface="DM Sans"/>
            </a:endParaRPr>
          </a:p>
        </p:txBody>
      </p:sp>
      <p:pic>
        <p:nvPicPr>
          <p:cNvPr descr="GNCIPL Internship &amp; Job Group" id="293" name="Google Shape;293;g385b39a9788_0_41"/>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85b39a9788_0_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299" name="Google Shape;299;g385b39a9788_0_53"/>
          <p:cNvSpPr txBox="1"/>
          <p:nvPr>
            <p:ph idx="1" type="body"/>
          </p:nvPr>
        </p:nvSpPr>
        <p:spPr>
          <a:xfrm>
            <a:off x="924075" y="781900"/>
            <a:ext cx="5757600" cy="654000"/>
          </a:xfrm>
          <a:prstGeom prst="rect">
            <a:avLst/>
          </a:prstGeom>
          <a:noFill/>
          <a:ln>
            <a:noFill/>
          </a:ln>
        </p:spPr>
        <p:txBody>
          <a:bodyPr anchorCtr="0" anchor="ctr" bIns="91425" lIns="91425" spcFirstLastPara="1" rIns="91425" wrap="square" tIns="91425">
            <a:noAutofit/>
          </a:bodyPr>
          <a:lstStyle/>
          <a:p>
            <a:pPr indent="0" lvl="0" marL="61595" rtl="0" algn="l">
              <a:lnSpc>
                <a:spcPct val="107916"/>
              </a:lnSpc>
              <a:spcBef>
                <a:spcPts val="0"/>
              </a:spcBef>
              <a:spcAft>
                <a:spcPts val="810"/>
              </a:spcAft>
              <a:buSzPts val="3450"/>
              <a:buNone/>
            </a:pPr>
            <a:r>
              <a:rPr lang="en" sz="3000">
                <a:solidFill>
                  <a:srgbClr val="1C4587"/>
                </a:solidFill>
              </a:rPr>
              <a:t>Methodology</a:t>
            </a:r>
            <a:endParaRPr sz="3000">
              <a:solidFill>
                <a:srgbClr val="1C4587"/>
              </a:solidFill>
            </a:endParaRPr>
          </a:p>
        </p:txBody>
      </p:sp>
      <p:sp>
        <p:nvSpPr>
          <p:cNvPr id="300" name="Google Shape;300;g385b39a9788_0_53"/>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6350" lvl="0" marL="58420" marR="0" rtl="0" algn="l">
              <a:lnSpc>
                <a:spcPct val="107916"/>
              </a:lnSpc>
              <a:spcBef>
                <a:spcPts val="0"/>
              </a:spcBef>
              <a:spcAft>
                <a:spcPts val="0"/>
              </a:spcAft>
              <a:buClr>
                <a:srgbClr val="000000"/>
              </a:buClr>
              <a:buSzPts val="1300"/>
              <a:buFont typeface="Arial"/>
              <a:buNone/>
            </a:pPr>
            <a:r>
              <a:rPr b="1" i="0" lang="en" sz="1300" u="none" cap="none" strike="noStrike">
                <a:solidFill>
                  <a:srgbClr val="666666"/>
                </a:solidFill>
                <a:latin typeface="DM Sans"/>
                <a:ea typeface="DM Sans"/>
                <a:cs typeface="DM Sans"/>
                <a:sym typeface="DM Sans"/>
              </a:rPr>
              <a:t>Phase 1 : Data Preprocessing</a:t>
            </a:r>
            <a:endParaRPr b="1"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Handle missing values using SimpleImputer.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Scale numeric columns with StandardScaler.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Encode categorical data with OneHotEncoder.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Extract new datetime features (year, month, hour).</a:t>
            </a:r>
            <a:endParaRPr b="0" i="0" sz="1300" u="none" cap="none" strike="noStrike">
              <a:solidFill>
                <a:srgbClr val="666666"/>
              </a:solidFill>
              <a:latin typeface="DM Sans"/>
              <a:ea typeface="DM Sans"/>
              <a:cs typeface="DM Sans"/>
              <a:sym typeface="DM Sans"/>
            </a:endParaRPr>
          </a:p>
          <a:p>
            <a:pPr indent="0" lvl="0" marL="0" marR="0" rtl="0" algn="l">
              <a:lnSpc>
                <a:spcPct val="107083"/>
              </a:lnSpc>
              <a:spcBef>
                <a:spcPts val="515"/>
              </a:spcBef>
              <a:spcAft>
                <a:spcPts val="0"/>
              </a:spcAft>
              <a:buClr>
                <a:srgbClr val="000000"/>
              </a:buClr>
              <a:buSzPts val="1300"/>
              <a:buFont typeface="Arial"/>
              <a:buNone/>
            </a:pPr>
            <a:r>
              <a:t/>
            </a:r>
            <a:endParaRPr b="0" i="0" sz="1300" u="none" cap="none" strike="noStrike">
              <a:solidFill>
                <a:srgbClr val="666666"/>
              </a:solidFill>
              <a:latin typeface="DM Sans"/>
              <a:ea typeface="DM Sans"/>
              <a:cs typeface="DM Sans"/>
              <a:sym typeface="DM Sans"/>
            </a:endParaRPr>
          </a:p>
          <a:p>
            <a:pPr indent="0" lvl="0" marL="0" marR="0" rtl="0" algn="l">
              <a:lnSpc>
                <a:spcPct val="107916"/>
              </a:lnSpc>
              <a:spcBef>
                <a:spcPts val="0"/>
              </a:spcBef>
              <a:spcAft>
                <a:spcPts val="0"/>
              </a:spcAft>
              <a:buClr>
                <a:srgbClr val="000000"/>
              </a:buClr>
              <a:buSzPts val="1300"/>
              <a:buFont typeface="Arial"/>
              <a:buNone/>
            </a:pPr>
            <a:r>
              <a:rPr b="1" i="0" lang="en" sz="1300" u="none" cap="none" strike="noStrike">
                <a:solidFill>
                  <a:srgbClr val="666666"/>
                </a:solidFill>
                <a:latin typeface="DM Sans"/>
                <a:ea typeface="DM Sans"/>
                <a:cs typeface="DM Sans"/>
                <a:sym typeface="DM Sans"/>
              </a:rPr>
              <a:t>Phase 2 : EDA </a:t>
            </a:r>
            <a:endParaRPr b="1"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42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Analyze data distributions, correlations, and transaction trends. </a:t>
            </a:r>
            <a:endParaRPr b="0" i="0" sz="1300" u="none" cap="none" strike="noStrike">
              <a:solidFill>
                <a:srgbClr val="666666"/>
              </a:solidFill>
              <a:latin typeface="DM Sans"/>
              <a:ea typeface="DM Sans"/>
              <a:cs typeface="DM Sans"/>
              <a:sym typeface="DM Sans"/>
            </a:endParaRPr>
          </a:p>
          <a:p>
            <a:pPr indent="-360680" lvl="0" marL="405130" marR="0" rtl="0" algn="l">
              <a:lnSpc>
                <a:spcPct val="107083"/>
              </a:lnSpc>
              <a:spcBef>
                <a:spcPts val="51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Identify imbalance in fraud vs. non-fraud records.   </a:t>
            </a:r>
            <a:endParaRPr b="1" i="0" sz="1300" u="none" cap="none" strike="noStrike">
              <a:solidFill>
                <a:schemeClr val="hlink"/>
              </a:solidFill>
              <a:latin typeface="DM Sans"/>
              <a:ea typeface="DM Sans"/>
              <a:cs typeface="DM Sans"/>
              <a:sym typeface="DM Sans"/>
            </a:endParaRPr>
          </a:p>
        </p:txBody>
      </p:sp>
      <p:pic>
        <p:nvPicPr>
          <p:cNvPr descr="GNCIPL Internship &amp; Job Group" id="301" name="Google Shape;301;g385b39a9788_0_53"/>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85b39a9788_0_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07" name="Google Shape;307;g385b39a9788_0_59"/>
          <p:cNvSpPr txBox="1"/>
          <p:nvPr/>
        </p:nvSpPr>
        <p:spPr>
          <a:xfrm>
            <a:off x="924075" y="653950"/>
            <a:ext cx="7008600" cy="4009200"/>
          </a:xfrm>
          <a:prstGeom prst="rect">
            <a:avLst/>
          </a:prstGeom>
          <a:noFill/>
          <a:ln>
            <a:noFill/>
          </a:ln>
        </p:spPr>
        <p:txBody>
          <a:bodyPr anchorCtr="0" anchor="t" bIns="91425" lIns="91425" spcFirstLastPara="1" rIns="91425" wrap="square" tIns="91425">
            <a:noAutofit/>
          </a:bodyPr>
          <a:lstStyle/>
          <a:p>
            <a:pPr indent="0" lvl="0" marL="61595" marR="0" rtl="0" algn="l">
              <a:lnSpc>
                <a:spcPct val="107916"/>
              </a:lnSpc>
              <a:spcBef>
                <a:spcPts val="1615"/>
              </a:spcBef>
              <a:spcAft>
                <a:spcPts val="0"/>
              </a:spcAft>
              <a:buClr>
                <a:srgbClr val="000000"/>
              </a:buClr>
              <a:buSzPts val="1300"/>
              <a:buFont typeface="Arial"/>
              <a:buNone/>
            </a:pPr>
            <a:r>
              <a:rPr b="1" i="0" lang="en" sz="1300" u="none" cap="none" strike="noStrike">
                <a:solidFill>
                  <a:srgbClr val="666666"/>
                </a:solidFill>
                <a:latin typeface="DM Sans"/>
                <a:ea typeface="DM Sans"/>
                <a:cs typeface="DM Sans"/>
                <a:sym typeface="DM Sans"/>
              </a:rPr>
              <a:t>Phase 3 : Synthetic Data Generation (CTGAN) </a:t>
            </a:r>
            <a:endParaRPr b="1" i="0" sz="1300" u="none" cap="none" strike="noStrike">
              <a:solidFill>
                <a:srgbClr val="666666"/>
              </a:solidFill>
              <a:latin typeface="DM Sans"/>
              <a:ea typeface="DM Sans"/>
              <a:cs typeface="DM Sans"/>
              <a:sym typeface="DM Sans"/>
            </a:endParaRPr>
          </a:p>
          <a:p>
            <a:pPr indent="0" lvl="0" marL="61595" marR="0" rtl="0" algn="l">
              <a:lnSpc>
                <a:spcPct val="107916"/>
              </a:lnSpc>
              <a:spcBef>
                <a:spcPts val="0"/>
              </a:spcBef>
              <a:spcAft>
                <a:spcPts val="0"/>
              </a:spcAft>
              <a:buClr>
                <a:srgbClr val="000000"/>
              </a:buClr>
              <a:buSzPts val="1300"/>
              <a:buFont typeface="Arial"/>
              <a:buNone/>
            </a:pPr>
            <a:r>
              <a:t/>
            </a:r>
            <a:endParaRPr b="1" i="0" sz="1300" u="none" cap="none" strike="noStrike">
              <a:solidFill>
                <a:srgbClr val="666666"/>
              </a:solidFill>
              <a:latin typeface="DM Sans"/>
              <a:ea typeface="DM Sans"/>
              <a:cs typeface="DM Sans"/>
              <a:sym typeface="DM Sans"/>
            </a:endParaRPr>
          </a:p>
          <a:p>
            <a:pPr indent="-311150" lvl="0" marL="457200" marR="0" rtl="0" algn="l">
              <a:lnSpc>
                <a:spcPct val="107916"/>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Train AVAE on minority fraud data. </a:t>
            </a:r>
            <a:endParaRPr b="0" i="0" sz="1300" u="none" cap="none" strike="noStrike">
              <a:solidFill>
                <a:srgbClr val="666666"/>
              </a:solidFill>
              <a:latin typeface="DM Sans"/>
              <a:ea typeface="DM Sans"/>
              <a:cs typeface="DM Sans"/>
              <a:sym typeface="DM Sans"/>
            </a:endParaRPr>
          </a:p>
          <a:p>
            <a:pPr indent="-311150" lvl="0" marL="457200" marR="0" rtl="0" algn="l">
              <a:lnSpc>
                <a:spcPct val="107916"/>
              </a:lnSpc>
              <a:spcBef>
                <a:spcPts val="52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Generate realistic synthetic fraud transactions. </a:t>
            </a:r>
            <a:endParaRPr b="0" i="0" sz="1300" u="none" cap="none" strike="noStrike">
              <a:solidFill>
                <a:srgbClr val="666666"/>
              </a:solidFill>
              <a:latin typeface="DM Sans"/>
              <a:ea typeface="DM Sans"/>
              <a:cs typeface="DM Sans"/>
              <a:sym typeface="DM Sans"/>
            </a:endParaRPr>
          </a:p>
          <a:p>
            <a:pPr indent="-311150" lvl="0" marL="457200" marR="0" rtl="0" algn="l">
              <a:lnSpc>
                <a:spcPct val="107916"/>
              </a:lnSpc>
              <a:spcBef>
                <a:spcPts val="52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Combine synthetic and real data for balance. </a:t>
            </a:r>
            <a:endParaRPr b="0" i="0" sz="1300" u="none" cap="none" strike="noStrike">
              <a:solidFill>
                <a:srgbClr val="666666"/>
              </a:solidFill>
              <a:latin typeface="DM Sans"/>
              <a:ea typeface="DM Sans"/>
              <a:cs typeface="DM Sans"/>
              <a:sym typeface="DM Sans"/>
            </a:endParaRPr>
          </a:p>
          <a:p>
            <a:pPr indent="0" lvl="0" marL="457200" marR="0" rtl="0" algn="l">
              <a:lnSpc>
                <a:spcPct val="107916"/>
              </a:lnSpc>
              <a:spcBef>
                <a:spcPts val="525"/>
              </a:spcBef>
              <a:spcAft>
                <a:spcPts val="0"/>
              </a:spcAft>
              <a:buClr>
                <a:srgbClr val="000000"/>
              </a:buClr>
              <a:buSzPts val="1300"/>
              <a:buFont typeface="Arial"/>
              <a:buNone/>
            </a:pPr>
            <a:r>
              <a:t/>
            </a:r>
            <a:endParaRPr b="0" i="0" sz="1300" u="none" cap="none" strike="noStrike">
              <a:solidFill>
                <a:srgbClr val="666666"/>
              </a:solidFill>
              <a:latin typeface="DM Sans"/>
              <a:ea typeface="DM Sans"/>
              <a:cs typeface="DM Sans"/>
              <a:sym typeface="DM Sans"/>
            </a:endParaRPr>
          </a:p>
          <a:p>
            <a:pPr indent="-6350" lvl="0" marL="58420" marR="0" rtl="0" algn="l">
              <a:lnSpc>
                <a:spcPct val="107916"/>
              </a:lnSpc>
              <a:spcBef>
                <a:spcPts val="0"/>
              </a:spcBef>
              <a:spcAft>
                <a:spcPts val="0"/>
              </a:spcAft>
              <a:buClr>
                <a:srgbClr val="000000"/>
              </a:buClr>
              <a:buSzPts val="1300"/>
              <a:buFont typeface="Arial"/>
              <a:buNone/>
            </a:pPr>
            <a:r>
              <a:rPr b="1" i="0" lang="en" sz="1300" u="none" cap="none" strike="noStrike">
                <a:solidFill>
                  <a:srgbClr val="666666"/>
                </a:solidFill>
                <a:latin typeface="DM Sans"/>
                <a:ea typeface="DM Sans"/>
                <a:cs typeface="DM Sans"/>
                <a:sym typeface="DM Sans"/>
              </a:rPr>
              <a:t>Phase 4: Model Training </a:t>
            </a:r>
            <a:endParaRPr b="1" i="0" sz="1300" u="none" cap="none" strike="noStrike">
              <a:solidFill>
                <a:srgbClr val="666666"/>
              </a:solidFill>
              <a:latin typeface="DM Sans"/>
              <a:ea typeface="DM Sans"/>
              <a:cs typeface="DM Sans"/>
              <a:sym typeface="DM Sans"/>
            </a:endParaRPr>
          </a:p>
          <a:p>
            <a:pPr indent="-360680" lvl="0" marL="405130" marR="0" rtl="0" algn="l">
              <a:lnSpc>
                <a:spcPct val="107916"/>
              </a:lnSpc>
              <a:spcBef>
                <a:spcPts val="46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Evaluate models using Accuracy, Precision, Recall, F1-score. </a:t>
            </a:r>
            <a:endParaRPr b="0" i="0" sz="1300" u="none" cap="none" strike="noStrike">
              <a:solidFill>
                <a:srgbClr val="666666"/>
              </a:solidFill>
              <a:latin typeface="DM Sans"/>
              <a:ea typeface="DM Sans"/>
              <a:cs typeface="DM Sans"/>
              <a:sym typeface="DM Sans"/>
            </a:endParaRPr>
          </a:p>
          <a:p>
            <a:pPr indent="0" lvl="0" marL="405130" marR="0" rtl="0" algn="l">
              <a:lnSpc>
                <a:spcPct val="107916"/>
              </a:lnSpc>
              <a:spcBef>
                <a:spcPts val="525"/>
              </a:spcBef>
              <a:spcAft>
                <a:spcPts val="0"/>
              </a:spcAft>
              <a:buClr>
                <a:srgbClr val="000000"/>
              </a:buClr>
              <a:buSzPts val="1300"/>
              <a:buFont typeface="Arial"/>
              <a:buNone/>
            </a:pPr>
            <a:r>
              <a:t/>
            </a:r>
            <a:endParaRPr b="0" i="0" sz="1300" u="none" cap="none" strike="noStrike">
              <a:solidFill>
                <a:srgbClr val="666666"/>
              </a:solidFill>
              <a:latin typeface="DM Sans"/>
              <a:ea typeface="DM Sans"/>
              <a:cs typeface="DM Sans"/>
              <a:sym typeface="DM Sans"/>
            </a:endParaRPr>
          </a:p>
          <a:p>
            <a:pPr indent="-6350" lvl="0" marL="58420" marR="0" rtl="0" algn="l">
              <a:lnSpc>
                <a:spcPct val="107916"/>
              </a:lnSpc>
              <a:spcBef>
                <a:spcPts val="525"/>
              </a:spcBef>
              <a:spcAft>
                <a:spcPts val="0"/>
              </a:spcAft>
              <a:buClr>
                <a:srgbClr val="000000"/>
              </a:buClr>
              <a:buSzPts val="1300"/>
              <a:buFont typeface="Arial"/>
              <a:buNone/>
            </a:pPr>
            <a:r>
              <a:rPr b="1" i="0" lang="en" sz="1300" u="none" cap="none" strike="noStrike">
                <a:solidFill>
                  <a:srgbClr val="666666"/>
                </a:solidFill>
                <a:latin typeface="DM Sans"/>
                <a:ea typeface="DM Sans"/>
                <a:cs typeface="DM Sans"/>
                <a:sym typeface="DM Sans"/>
              </a:rPr>
              <a:t> Phase 5: Visualization </a:t>
            </a:r>
            <a:endParaRPr b="1" i="0" sz="1300" u="none" cap="none" strike="noStrike">
              <a:solidFill>
                <a:srgbClr val="666666"/>
              </a:solidFill>
              <a:latin typeface="DM Sans"/>
              <a:ea typeface="DM Sans"/>
              <a:cs typeface="DM Sans"/>
              <a:sym typeface="DM Sans"/>
            </a:endParaRPr>
          </a:p>
          <a:p>
            <a:pPr indent="-360680" lvl="0" marL="405130" marR="0" rtl="0" algn="l">
              <a:lnSpc>
                <a:spcPct val="107916"/>
              </a:lnSpc>
              <a:spcBef>
                <a:spcPts val="46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Plot feature importance, confusion matrix, ROC curve. </a:t>
            </a:r>
            <a:endParaRPr b="0" i="0" sz="1300" u="none" cap="none" strike="noStrike">
              <a:solidFill>
                <a:srgbClr val="666666"/>
              </a:solidFill>
              <a:latin typeface="DM Sans"/>
              <a:ea typeface="DM Sans"/>
              <a:cs typeface="DM Sans"/>
              <a:sym typeface="DM Sans"/>
            </a:endParaRPr>
          </a:p>
          <a:p>
            <a:pPr indent="-360680" lvl="0" marL="405130" marR="0" rtl="0" algn="l">
              <a:lnSpc>
                <a:spcPct val="107916"/>
              </a:lnSpc>
              <a:spcBef>
                <a:spcPts val="525"/>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Visualize real vs. synthetic data distributions. </a:t>
            </a:r>
            <a:endParaRPr b="1" i="0" sz="1300" u="none" cap="none" strike="noStrike">
              <a:solidFill>
                <a:schemeClr val="hlink"/>
              </a:solidFill>
              <a:latin typeface="DM Sans"/>
              <a:ea typeface="DM Sans"/>
              <a:cs typeface="DM Sans"/>
              <a:sym typeface="DM Sans"/>
            </a:endParaRPr>
          </a:p>
        </p:txBody>
      </p:sp>
      <p:pic>
        <p:nvPicPr>
          <p:cNvPr descr="GNCIPL Internship &amp; Job Group" id="308" name="Google Shape;308;g385b39a9788_0_59"/>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85b39a9788_0_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14" name="Google Shape;314;g385b39a9788_0_65"/>
          <p:cNvSpPr txBox="1"/>
          <p:nvPr>
            <p:ph idx="1" type="body"/>
          </p:nvPr>
        </p:nvSpPr>
        <p:spPr>
          <a:xfrm>
            <a:off x="924075" y="781900"/>
            <a:ext cx="57576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Outcome</a:t>
            </a:r>
            <a:r>
              <a:rPr b="1" lang="en" sz="5600">
                <a:solidFill>
                  <a:srgbClr val="1C4587"/>
                </a:solidFill>
              </a:rPr>
              <a:t> </a:t>
            </a:r>
            <a:r>
              <a:rPr b="1" baseline="-25000" lang="en" sz="5600">
                <a:solidFill>
                  <a:srgbClr val="1C4587"/>
                </a:solidFill>
              </a:rPr>
              <a:t> </a:t>
            </a:r>
            <a:endParaRPr sz="3000">
              <a:solidFill>
                <a:srgbClr val="1C4587"/>
              </a:solidFill>
            </a:endParaRPr>
          </a:p>
        </p:txBody>
      </p:sp>
      <p:sp>
        <p:nvSpPr>
          <p:cNvPr id="315" name="Google Shape;315;g385b39a9788_0_65"/>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3333"/>
              </a:lnSpc>
              <a:spcBef>
                <a:spcPts val="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Cleaned and preprocessed dataset ready for modeling. </a:t>
            </a:r>
            <a:endParaRPr b="0" i="0" sz="1300" u="none" cap="none" strike="noStrike">
              <a:solidFill>
                <a:srgbClr val="666666"/>
              </a:solidFill>
              <a:latin typeface="DM Sans"/>
              <a:ea typeface="DM Sans"/>
              <a:cs typeface="DM Sans"/>
              <a:sym typeface="DM Sans"/>
            </a:endParaRPr>
          </a:p>
          <a:p>
            <a:pPr indent="-311150" lvl="0" marL="457200" marR="0" rtl="0" algn="l">
              <a:lnSpc>
                <a:spcPct val="103333"/>
              </a:lnSpc>
              <a:spcBef>
                <a:spcPts val="57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Balanced dataset with realistic fraud samples using CTGAN. </a:t>
            </a:r>
            <a:endParaRPr b="0" i="0" sz="1300" u="none" cap="none" strike="noStrike">
              <a:solidFill>
                <a:srgbClr val="666666"/>
              </a:solidFill>
              <a:latin typeface="DM Sans"/>
              <a:ea typeface="DM Sans"/>
              <a:cs typeface="DM Sans"/>
              <a:sym typeface="DM Sans"/>
            </a:endParaRPr>
          </a:p>
          <a:p>
            <a:pPr indent="-311150" lvl="0" marL="457200" marR="0" rtl="0" algn="l">
              <a:lnSpc>
                <a:spcPct val="103333"/>
              </a:lnSpc>
              <a:spcBef>
                <a:spcPts val="570"/>
              </a:spcBef>
              <a:spcAft>
                <a:spcPts val="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Fraud detection model capable of distinguishing fraudulent and legitimate transactions. </a:t>
            </a:r>
            <a:endParaRPr b="0" i="0" sz="1300" u="none" cap="none" strike="noStrike">
              <a:solidFill>
                <a:srgbClr val="666666"/>
              </a:solidFill>
              <a:latin typeface="DM Sans"/>
              <a:ea typeface="DM Sans"/>
              <a:cs typeface="DM Sans"/>
              <a:sym typeface="DM Sans"/>
            </a:endParaRPr>
          </a:p>
          <a:p>
            <a:pPr indent="-311150" lvl="0" marL="457200" marR="0" rtl="0" algn="l">
              <a:lnSpc>
                <a:spcPct val="103333"/>
              </a:lnSpc>
              <a:spcBef>
                <a:spcPts val="570"/>
              </a:spcBef>
              <a:spcAft>
                <a:spcPts val="570"/>
              </a:spcAft>
              <a:buClr>
                <a:srgbClr val="666666"/>
              </a:buClr>
              <a:buSzPts val="1300"/>
              <a:buFont typeface="DM Sans"/>
              <a:buChar char="•"/>
            </a:pPr>
            <a:r>
              <a:rPr b="0" i="0" lang="en" sz="1300" u="none" cap="none" strike="noStrike">
                <a:solidFill>
                  <a:srgbClr val="666666"/>
                </a:solidFill>
                <a:latin typeface="DM Sans"/>
                <a:ea typeface="DM Sans"/>
                <a:cs typeface="DM Sans"/>
                <a:sym typeface="DM Sans"/>
              </a:rPr>
              <a:t>Visual insights showcasing model performance and fraud detection trends. </a:t>
            </a:r>
            <a:endParaRPr b="1" i="0" sz="1300" u="none" cap="none" strike="noStrike">
              <a:solidFill>
                <a:srgbClr val="666666"/>
              </a:solidFill>
              <a:latin typeface="DM Sans"/>
              <a:ea typeface="DM Sans"/>
              <a:cs typeface="DM Sans"/>
              <a:sym typeface="DM Sans"/>
            </a:endParaRPr>
          </a:p>
        </p:txBody>
      </p:sp>
      <p:pic>
        <p:nvPicPr>
          <p:cNvPr descr="GNCIPL Internship &amp; Job Group" id="316" name="Google Shape;316;g385b39a9788_0_65"/>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g385cb2a7d26_0_1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22" name="Google Shape;322;g385cb2a7d26_0_1842"/>
          <p:cNvSpPr txBox="1"/>
          <p:nvPr>
            <p:ph idx="1" type="body"/>
          </p:nvPr>
        </p:nvSpPr>
        <p:spPr>
          <a:xfrm>
            <a:off x="924075" y="781900"/>
            <a:ext cx="57576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Implemented Algorithms</a:t>
            </a:r>
            <a:r>
              <a:rPr b="1" baseline="-25000" lang="en" sz="5600">
                <a:solidFill>
                  <a:srgbClr val="1C4587"/>
                </a:solidFill>
              </a:rPr>
              <a:t> </a:t>
            </a:r>
            <a:endParaRPr sz="3000">
              <a:solidFill>
                <a:srgbClr val="1C4587"/>
              </a:solidFill>
            </a:endParaRPr>
          </a:p>
        </p:txBody>
      </p:sp>
      <p:sp>
        <p:nvSpPr>
          <p:cNvPr id="323" name="Google Shape;323;g385cb2a7d26_0_1842"/>
          <p:cNvSpPr txBox="1"/>
          <p:nvPr/>
        </p:nvSpPr>
        <p:spPr>
          <a:xfrm>
            <a:off x="924075" y="1691750"/>
            <a:ext cx="7008600" cy="2971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3333"/>
              </a:lnSpc>
              <a:spcBef>
                <a:spcPts val="570"/>
              </a:spcBef>
              <a:spcAft>
                <a:spcPts val="0"/>
              </a:spcAft>
              <a:buClr>
                <a:srgbClr val="1F1F1F"/>
              </a:buClr>
              <a:buSzPts val="1200"/>
              <a:buFont typeface="Arial"/>
              <a:buAutoNum type="arabicPeriod"/>
            </a:pPr>
            <a:r>
              <a:rPr b="0" i="0" lang="en" sz="1200" u="none" cap="none" strike="noStrike">
                <a:solidFill>
                  <a:srgbClr val="1F1F1F"/>
                </a:solidFill>
                <a:latin typeface="Arial"/>
                <a:ea typeface="Arial"/>
                <a:cs typeface="Arial"/>
                <a:sym typeface="Arial"/>
              </a:rPr>
              <a:t>CatBoost - gradient boosting algorithm that handles categorical features efficiently and delivers high-accuracy predictions with minimal preprocessing </a:t>
            </a:r>
            <a:endParaRPr b="0" i="0" sz="1200" u="none" cap="none" strike="noStrike">
              <a:solidFill>
                <a:srgbClr val="1F1F1F"/>
              </a:solidFill>
              <a:latin typeface="Arial"/>
              <a:ea typeface="Arial"/>
              <a:cs typeface="Arial"/>
              <a:sym typeface="Arial"/>
            </a:endParaRPr>
          </a:p>
          <a:p>
            <a:pPr indent="-304800" lvl="0" marL="457200" marR="0" rtl="0" algn="l">
              <a:lnSpc>
                <a:spcPct val="103333"/>
              </a:lnSpc>
              <a:spcBef>
                <a:spcPts val="0"/>
              </a:spcBef>
              <a:spcAft>
                <a:spcPts val="0"/>
              </a:spcAft>
              <a:buClr>
                <a:srgbClr val="1F1F1F"/>
              </a:buClr>
              <a:buSzPts val="1200"/>
              <a:buFont typeface="Arial"/>
              <a:buAutoNum type="arabicPeriod"/>
            </a:pPr>
            <a:r>
              <a:rPr b="1" i="0" lang="en" sz="1100" u="none" cap="none" strike="noStrike">
                <a:solidFill>
                  <a:schemeClr val="hlink"/>
                </a:solidFill>
                <a:latin typeface="Arial"/>
                <a:ea typeface="Arial"/>
                <a:cs typeface="Arial"/>
                <a:sym typeface="Arial"/>
              </a:rPr>
              <a:t>XGBoost</a:t>
            </a:r>
            <a:r>
              <a:rPr b="0" i="0" lang="en" sz="1100" u="none" cap="none" strike="noStrike">
                <a:solidFill>
                  <a:schemeClr val="hlink"/>
                </a:solidFill>
                <a:latin typeface="Arial"/>
                <a:ea typeface="Arial"/>
                <a:cs typeface="Arial"/>
                <a:sym typeface="Arial"/>
              </a:rPr>
              <a:t> - a powerful gradient boosting algorithm known for speed, performance, and handling large-scale structured data efficiently</a:t>
            </a:r>
            <a:endParaRPr b="0" i="0" sz="1100" u="none" cap="none" strike="noStrike">
              <a:solidFill>
                <a:schemeClr val="hlink"/>
              </a:solidFill>
              <a:latin typeface="Arial"/>
              <a:ea typeface="Arial"/>
              <a:cs typeface="Arial"/>
              <a:sym typeface="Arial"/>
            </a:endParaRPr>
          </a:p>
          <a:p>
            <a:pPr indent="-298450" lvl="0" marL="457200" marR="0" rtl="0" algn="l">
              <a:lnSpc>
                <a:spcPct val="103333"/>
              </a:lnSpc>
              <a:spcBef>
                <a:spcPts val="0"/>
              </a:spcBef>
              <a:spcAft>
                <a:spcPts val="0"/>
              </a:spcAft>
              <a:buClr>
                <a:schemeClr val="hlink"/>
              </a:buClr>
              <a:buSzPts val="1100"/>
              <a:buFont typeface="Arial"/>
              <a:buAutoNum type="arabicPeriod"/>
            </a:pPr>
            <a:r>
              <a:rPr b="1" i="0" lang="en" sz="1100" u="none" cap="none" strike="noStrike">
                <a:solidFill>
                  <a:schemeClr val="hlink"/>
                </a:solidFill>
                <a:latin typeface="Arial"/>
                <a:ea typeface="Arial"/>
                <a:cs typeface="Arial"/>
                <a:sym typeface="Arial"/>
              </a:rPr>
              <a:t>LightGBM</a:t>
            </a:r>
            <a:r>
              <a:rPr b="0" i="0" lang="en" sz="1100" u="none" cap="none" strike="noStrike">
                <a:solidFill>
                  <a:schemeClr val="hlink"/>
                </a:solidFill>
                <a:latin typeface="Arial"/>
                <a:ea typeface="Arial"/>
                <a:cs typeface="Arial"/>
                <a:sym typeface="Arial"/>
              </a:rPr>
              <a:t> -  fast, efficient gradient boosting framework that uses leaf-wise tree growth and is optimized for large datasets.</a:t>
            </a:r>
            <a:endParaRPr b="0" i="0" sz="1100" u="none" cap="none" strike="noStrike">
              <a:solidFill>
                <a:schemeClr val="hlink"/>
              </a:solidFill>
              <a:latin typeface="Arial"/>
              <a:ea typeface="Arial"/>
              <a:cs typeface="Arial"/>
              <a:sym typeface="Arial"/>
            </a:endParaRPr>
          </a:p>
          <a:p>
            <a:pPr indent="-298450" lvl="0" marL="457200" marR="0" rtl="0" algn="l">
              <a:lnSpc>
                <a:spcPct val="103333"/>
              </a:lnSpc>
              <a:spcBef>
                <a:spcPts val="0"/>
              </a:spcBef>
              <a:spcAft>
                <a:spcPts val="0"/>
              </a:spcAft>
              <a:buClr>
                <a:schemeClr val="hlink"/>
              </a:buClr>
              <a:buSzPts val="1100"/>
              <a:buFont typeface="Arial"/>
              <a:buAutoNum type="arabicPeriod"/>
            </a:pPr>
            <a:r>
              <a:rPr b="1" i="0" lang="en" sz="1100" u="none" cap="none" strike="noStrike">
                <a:solidFill>
                  <a:schemeClr val="hlink"/>
                </a:solidFill>
                <a:latin typeface="Arial"/>
                <a:ea typeface="Arial"/>
                <a:cs typeface="Arial"/>
                <a:sym typeface="Arial"/>
              </a:rPr>
              <a:t>Logistic Regression</a:t>
            </a:r>
            <a:r>
              <a:rPr b="0" i="0" lang="en" sz="1100" u="none" cap="none" strike="noStrike">
                <a:solidFill>
                  <a:schemeClr val="hlink"/>
                </a:solidFill>
                <a:latin typeface="Arial"/>
                <a:ea typeface="Arial"/>
                <a:cs typeface="Arial"/>
                <a:sym typeface="Arial"/>
              </a:rPr>
              <a:t> - statistical model used for binary classification, predicting the probability of an outcome based on input features.</a:t>
            </a:r>
            <a:endParaRPr b="0" i="0" sz="1100" u="none" cap="none" strike="noStrike">
              <a:solidFill>
                <a:schemeClr val="hlink"/>
              </a:solidFill>
              <a:latin typeface="Arial"/>
              <a:ea typeface="Arial"/>
              <a:cs typeface="Arial"/>
              <a:sym typeface="Arial"/>
            </a:endParaRPr>
          </a:p>
          <a:p>
            <a:pPr indent="-298450" lvl="0" marL="457200" marR="0" rtl="0" algn="l">
              <a:lnSpc>
                <a:spcPct val="103333"/>
              </a:lnSpc>
              <a:spcBef>
                <a:spcPts val="0"/>
              </a:spcBef>
              <a:spcAft>
                <a:spcPts val="0"/>
              </a:spcAft>
              <a:buClr>
                <a:schemeClr val="hlink"/>
              </a:buClr>
              <a:buSzPts val="1100"/>
              <a:buFont typeface="Arial"/>
              <a:buAutoNum type="arabicPeriod"/>
            </a:pPr>
            <a:r>
              <a:rPr b="1" i="0" lang="en" sz="1100" u="none" cap="none" strike="noStrike">
                <a:solidFill>
                  <a:schemeClr val="hlink"/>
                </a:solidFill>
                <a:latin typeface="Arial"/>
                <a:ea typeface="Arial"/>
                <a:cs typeface="Arial"/>
                <a:sym typeface="Arial"/>
              </a:rPr>
              <a:t>SGD Classifier</a:t>
            </a:r>
            <a:r>
              <a:rPr b="0" i="0" lang="en" sz="1100" u="none" cap="none" strike="noStrike">
                <a:solidFill>
                  <a:schemeClr val="hlink"/>
                </a:solidFill>
                <a:latin typeface="Arial"/>
                <a:ea typeface="Arial"/>
                <a:cs typeface="Arial"/>
                <a:sym typeface="Arial"/>
              </a:rPr>
              <a:t> - linear classifier optimized using Stochastic Gradient Descent, suitable for large-scale and sparse datasets.</a:t>
            </a:r>
            <a:endParaRPr b="0" i="0" sz="1100" u="none" cap="none" strike="noStrike">
              <a:solidFill>
                <a:schemeClr val="hlink"/>
              </a:solidFill>
              <a:latin typeface="Arial"/>
              <a:ea typeface="Arial"/>
              <a:cs typeface="Arial"/>
              <a:sym typeface="Arial"/>
            </a:endParaRPr>
          </a:p>
          <a:p>
            <a:pPr indent="-298450" lvl="0" marL="457200" marR="0" rtl="0" algn="l">
              <a:lnSpc>
                <a:spcPct val="103333"/>
              </a:lnSpc>
              <a:spcBef>
                <a:spcPts val="0"/>
              </a:spcBef>
              <a:spcAft>
                <a:spcPts val="0"/>
              </a:spcAft>
              <a:buClr>
                <a:schemeClr val="hlink"/>
              </a:buClr>
              <a:buSzPts val="1100"/>
              <a:buFont typeface="Arial"/>
              <a:buAutoNum type="arabicPeriod"/>
            </a:pPr>
            <a:r>
              <a:rPr b="1" i="0" lang="en" sz="1100" u="none" cap="none" strike="noStrike">
                <a:solidFill>
                  <a:schemeClr val="hlink"/>
                </a:solidFill>
                <a:latin typeface="Arial"/>
                <a:ea typeface="Arial"/>
                <a:cs typeface="Arial"/>
                <a:sym typeface="Arial"/>
              </a:rPr>
              <a:t>Balanced Random Forest</a:t>
            </a:r>
            <a:r>
              <a:rPr b="0" i="0" lang="en" sz="1100" u="none" cap="none" strike="noStrike">
                <a:solidFill>
                  <a:schemeClr val="hlink"/>
                </a:solidFill>
                <a:latin typeface="Arial"/>
                <a:ea typeface="Arial"/>
                <a:cs typeface="Arial"/>
                <a:sym typeface="Arial"/>
              </a:rPr>
              <a:t> - ensemble learning method that builds multiple decision trees while handling imbalanced datasets by balancing class distributions.</a:t>
            </a:r>
            <a:endParaRPr b="0" i="0" sz="1100" u="none" cap="none" strike="noStrike">
              <a:solidFill>
                <a:schemeClr val="hlink"/>
              </a:solidFill>
              <a:latin typeface="Arial"/>
              <a:ea typeface="Arial"/>
              <a:cs typeface="Arial"/>
              <a:sym typeface="Arial"/>
            </a:endParaRPr>
          </a:p>
        </p:txBody>
      </p:sp>
      <p:pic>
        <p:nvPicPr>
          <p:cNvPr descr="GNCIPL Internship &amp; Job Group" id="324" name="Google Shape;324;g385cb2a7d26_0_1842"/>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7"/>
          <p:cNvSpPr txBox="1"/>
          <p:nvPr>
            <p:ph type="title"/>
          </p:nvPr>
        </p:nvSpPr>
        <p:spPr>
          <a:xfrm>
            <a:off x="1179975" y="731725"/>
            <a:ext cx="5516100" cy="832200"/>
          </a:xfrm>
          <a:prstGeom prst="rect">
            <a:avLst/>
          </a:prstGeom>
          <a:noFill/>
          <a:ln>
            <a:noFill/>
          </a:ln>
        </p:spPr>
        <p:txBody>
          <a:bodyPr anchorCtr="0" anchor="b" bIns="91425" lIns="57150" spcFirstLastPara="1" rIns="91425" wrap="square" tIns="91425">
            <a:noAutofit/>
          </a:bodyPr>
          <a:lstStyle/>
          <a:p>
            <a:pPr indent="0" lvl="0" marL="0" rtl="0" algn="l">
              <a:lnSpc>
                <a:spcPct val="90000"/>
              </a:lnSpc>
              <a:spcBef>
                <a:spcPts val="0"/>
              </a:spcBef>
              <a:spcAft>
                <a:spcPts val="0"/>
              </a:spcAft>
              <a:buSzPts val="3450"/>
              <a:buNone/>
            </a:pPr>
            <a:r>
              <a:rPr b="0" lang="en" sz="3000">
                <a:solidFill>
                  <a:srgbClr val="FFFFFF"/>
                </a:solidFill>
                <a:latin typeface="DM Sans"/>
                <a:ea typeface="DM Sans"/>
                <a:cs typeface="DM Sans"/>
                <a:sym typeface="DM Sans"/>
              </a:rPr>
              <a:t>EDA &amp; Visualization</a:t>
            </a:r>
            <a:endParaRPr b="0" sz="3000">
              <a:solidFill>
                <a:srgbClr val="FFFFFF"/>
              </a:solidFill>
              <a:latin typeface="DM Sans"/>
              <a:ea typeface="DM Sans"/>
              <a:cs typeface="DM Sans"/>
              <a:sym typeface="DM Sans"/>
            </a:endParaRPr>
          </a:p>
        </p:txBody>
      </p:sp>
      <p:sp>
        <p:nvSpPr>
          <p:cNvPr id="330" name="Google Shape;330;p17"/>
          <p:cNvSpPr txBox="1"/>
          <p:nvPr>
            <p:ph idx="1" type="body"/>
          </p:nvPr>
        </p:nvSpPr>
        <p:spPr>
          <a:xfrm>
            <a:off x="1106100" y="1839675"/>
            <a:ext cx="6931800" cy="2313000"/>
          </a:xfrm>
          <a:prstGeom prst="rect">
            <a:avLst/>
          </a:prstGeom>
          <a:noFill/>
          <a:ln>
            <a:noFill/>
          </a:ln>
        </p:spPr>
        <p:txBody>
          <a:bodyPr anchorCtr="0" anchor="t" bIns="91425" lIns="91425" spcFirstLastPara="1" rIns="91425" wrap="square" tIns="91425">
            <a:noAutofit/>
          </a:bodyPr>
          <a:lstStyle/>
          <a:p>
            <a:pPr indent="-311150" lvl="0" marL="457200" rtl="0" algn="l">
              <a:lnSpc>
                <a:spcPct val="100000"/>
              </a:lnSpc>
              <a:spcBef>
                <a:spcPts val="0"/>
              </a:spcBef>
              <a:spcAft>
                <a:spcPts val="0"/>
              </a:spcAft>
              <a:buClr>
                <a:srgbClr val="FFFFFF"/>
              </a:buClr>
              <a:buSzPts val="1300"/>
              <a:buChar char="●"/>
            </a:pPr>
            <a:r>
              <a:rPr lang="en" sz="1300">
                <a:solidFill>
                  <a:srgbClr val="FFFFFF"/>
                </a:solidFill>
              </a:rPr>
              <a:t>Class Distribution  (Slide- 15)</a:t>
            </a:r>
            <a:endParaRPr sz="1300">
              <a:solidFill>
                <a:schemeClr val="accent3"/>
              </a:solidFill>
            </a:endParaRPr>
          </a:p>
          <a:p>
            <a:pPr indent="-311150" lvl="0" marL="457200" rtl="0" algn="l">
              <a:lnSpc>
                <a:spcPct val="107916"/>
              </a:lnSpc>
              <a:spcBef>
                <a:spcPts val="0"/>
              </a:spcBef>
              <a:spcAft>
                <a:spcPts val="0"/>
              </a:spcAft>
              <a:buSzPts val="1300"/>
              <a:buChar char="●"/>
            </a:pPr>
            <a:r>
              <a:rPr lang="en" sz="1300">
                <a:solidFill>
                  <a:srgbClr val="FFFFFF"/>
                </a:solidFill>
              </a:rPr>
              <a:t>Transaction amount Distribution by Fraud  </a:t>
            </a:r>
            <a:r>
              <a:rPr lang="en" sz="1300">
                <a:solidFill>
                  <a:schemeClr val="accent3"/>
                </a:solidFill>
              </a:rPr>
              <a:t>(Slide- 16)</a:t>
            </a:r>
            <a:endParaRPr sz="1300">
              <a:solidFill>
                <a:schemeClr val="accent3"/>
              </a:solidFill>
            </a:endParaRPr>
          </a:p>
          <a:p>
            <a:pPr indent="-311150" lvl="0" marL="457200" rtl="0" algn="l">
              <a:lnSpc>
                <a:spcPct val="107916"/>
              </a:lnSpc>
              <a:spcBef>
                <a:spcPts val="0"/>
              </a:spcBef>
              <a:spcAft>
                <a:spcPts val="0"/>
              </a:spcAft>
              <a:buSzPts val="1300"/>
              <a:buChar char="●"/>
            </a:pPr>
            <a:r>
              <a:rPr lang="en" sz="1300">
                <a:solidFill>
                  <a:srgbClr val="FFFFFF"/>
                </a:solidFill>
              </a:rPr>
              <a:t>Fraud by state </a:t>
            </a:r>
            <a:r>
              <a:rPr lang="en" sz="1300">
                <a:solidFill>
                  <a:schemeClr val="accent3"/>
                </a:solidFill>
              </a:rPr>
              <a:t> (Slide- 17)</a:t>
            </a:r>
            <a:endParaRPr sz="1300">
              <a:solidFill>
                <a:schemeClr val="accent3"/>
              </a:solidFill>
            </a:endParaRPr>
          </a:p>
          <a:p>
            <a:pPr indent="-311150" lvl="0" marL="457200" rtl="0" algn="l">
              <a:lnSpc>
                <a:spcPct val="107916"/>
              </a:lnSpc>
              <a:spcBef>
                <a:spcPts val="0"/>
              </a:spcBef>
              <a:spcAft>
                <a:spcPts val="0"/>
              </a:spcAft>
              <a:buSzPts val="1300"/>
              <a:buChar char="●"/>
            </a:pPr>
            <a:r>
              <a:rPr lang="en" sz="1300">
                <a:solidFill>
                  <a:srgbClr val="FFFFFF"/>
                </a:solidFill>
              </a:rPr>
              <a:t>Transaction amount Distribution : Fraud VS Non-Fraud </a:t>
            </a:r>
            <a:r>
              <a:rPr lang="en" sz="1300">
                <a:solidFill>
                  <a:schemeClr val="accent3"/>
                </a:solidFill>
              </a:rPr>
              <a:t>(Slide- 18)</a:t>
            </a:r>
            <a:endParaRPr sz="1300">
              <a:solidFill>
                <a:schemeClr val="accent3"/>
              </a:solidFill>
            </a:endParaRPr>
          </a:p>
          <a:p>
            <a:pPr indent="-311150" lvl="0" marL="457200" rtl="0" algn="l">
              <a:lnSpc>
                <a:spcPct val="107916"/>
              </a:lnSpc>
              <a:spcBef>
                <a:spcPts val="0"/>
              </a:spcBef>
              <a:spcAft>
                <a:spcPts val="0"/>
              </a:spcAft>
              <a:buClr>
                <a:schemeClr val="accent3"/>
              </a:buClr>
              <a:buSzPts val="1300"/>
              <a:buChar char="●"/>
            </a:pPr>
            <a:r>
              <a:rPr lang="en" sz="1300">
                <a:solidFill>
                  <a:schemeClr val="accent3"/>
                </a:solidFill>
              </a:rPr>
              <a:t>Compare Class Distribution  </a:t>
            </a:r>
            <a:r>
              <a:rPr lang="en" sz="1300">
                <a:solidFill>
                  <a:srgbClr val="FFFFFF"/>
                </a:solidFill>
              </a:rPr>
              <a:t> </a:t>
            </a:r>
            <a:r>
              <a:rPr lang="en" sz="1300">
                <a:solidFill>
                  <a:schemeClr val="accent3"/>
                </a:solidFill>
              </a:rPr>
              <a:t>(Slide- 19)</a:t>
            </a:r>
            <a:endParaRPr sz="1300">
              <a:solidFill>
                <a:schemeClr val="accent3"/>
              </a:solidFill>
            </a:endParaRPr>
          </a:p>
          <a:p>
            <a:pPr indent="-311150" lvl="0" marL="457200" rtl="0" algn="l">
              <a:lnSpc>
                <a:spcPct val="107916"/>
              </a:lnSpc>
              <a:spcBef>
                <a:spcPts val="0"/>
              </a:spcBef>
              <a:spcAft>
                <a:spcPts val="0"/>
              </a:spcAft>
              <a:buClr>
                <a:schemeClr val="accent3"/>
              </a:buClr>
              <a:buSzPts val="1300"/>
              <a:buChar char="●"/>
            </a:pPr>
            <a:r>
              <a:rPr lang="en" sz="1300">
                <a:solidFill>
                  <a:schemeClr val="accent3"/>
                </a:solidFill>
              </a:rPr>
              <a:t>Feature Distribution Comparison -1  </a:t>
            </a:r>
            <a:r>
              <a:rPr lang="en" sz="1300">
                <a:solidFill>
                  <a:srgbClr val="FFFFFF"/>
                </a:solidFill>
              </a:rPr>
              <a:t> </a:t>
            </a:r>
            <a:r>
              <a:rPr lang="en" sz="1300">
                <a:solidFill>
                  <a:schemeClr val="accent3"/>
                </a:solidFill>
              </a:rPr>
              <a:t>(Slide- 20)</a:t>
            </a:r>
            <a:endParaRPr sz="1300">
              <a:solidFill>
                <a:schemeClr val="accent3"/>
              </a:solidFill>
            </a:endParaRPr>
          </a:p>
          <a:p>
            <a:pPr indent="-311150" lvl="0" marL="457200" rtl="0" algn="l">
              <a:lnSpc>
                <a:spcPct val="107916"/>
              </a:lnSpc>
              <a:spcBef>
                <a:spcPts val="0"/>
              </a:spcBef>
              <a:spcAft>
                <a:spcPts val="0"/>
              </a:spcAft>
              <a:buClr>
                <a:schemeClr val="accent3"/>
              </a:buClr>
              <a:buSzPts val="1300"/>
              <a:buChar char="●"/>
            </a:pPr>
            <a:r>
              <a:rPr lang="en" sz="1300">
                <a:solidFill>
                  <a:schemeClr val="accent3"/>
                </a:solidFill>
              </a:rPr>
              <a:t>Feature Distribution Comparison -2  (Slide- 21)</a:t>
            </a:r>
            <a:endParaRPr sz="1300">
              <a:solidFill>
                <a:schemeClr val="accent3"/>
              </a:solidFill>
            </a:endParaRPr>
          </a:p>
          <a:p>
            <a:pPr indent="-311150" lvl="0" marL="457200" rtl="0" algn="l">
              <a:lnSpc>
                <a:spcPct val="107916"/>
              </a:lnSpc>
              <a:spcBef>
                <a:spcPts val="0"/>
              </a:spcBef>
              <a:spcAft>
                <a:spcPts val="0"/>
              </a:spcAft>
              <a:buClr>
                <a:schemeClr val="accent3"/>
              </a:buClr>
              <a:buSzPts val="1300"/>
              <a:buChar char="●"/>
            </a:pPr>
            <a:r>
              <a:rPr lang="en" sz="1300">
                <a:solidFill>
                  <a:schemeClr val="accent3"/>
                </a:solidFill>
              </a:rPr>
              <a:t>Dimensionality Visualization using PCA  (Slide- 22)</a:t>
            </a:r>
            <a:endParaRPr sz="1300">
              <a:solidFill>
                <a:schemeClr val="accent3"/>
              </a:solidFill>
            </a:endParaRPr>
          </a:p>
          <a:p>
            <a:pPr indent="0" lvl="0" marL="0" rtl="0" algn="l">
              <a:lnSpc>
                <a:spcPct val="100000"/>
              </a:lnSpc>
              <a:spcBef>
                <a:spcPts val="585"/>
              </a:spcBef>
              <a:spcAft>
                <a:spcPts val="1200"/>
              </a:spcAft>
              <a:buSzPts val="1000"/>
              <a:buNone/>
            </a:pPr>
            <a:r>
              <a:t/>
            </a:r>
            <a:endParaRPr sz="1300">
              <a:solidFill>
                <a:srgbClr val="FFFFFF"/>
              </a:solidFill>
            </a:endParaRPr>
          </a:p>
        </p:txBody>
      </p:sp>
      <p:sp>
        <p:nvSpPr>
          <p:cNvPr id="331" name="Google Shape;331;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32" name="Google Shape;332;p17"/>
          <p:cNvSpPr txBox="1"/>
          <p:nvPr>
            <p:ph idx="3" type="body"/>
          </p:nvPr>
        </p:nvSpPr>
        <p:spPr>
          <a:xfrm>
            <a:off x="196950" y="331150"/>
            <a:ext cx="1860300" cy="39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333" name="Google Shape;333;p17"/>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334" name="Google Shape;334;p17"/>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pic>
        <p:nvPicPr>
          <p:cNvPr descr="GNCIPL Internship &amp; Job Group" id="335" name="Google Shape;335;p17"/>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g385cb2a7d26_0_18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41" name="Google Shape;341;g385cb2a7d26_0_1888"/>
          <p:cNvSpPr txBox="1"/>
          <p:nvPr>
            <p:ph idx="1" type="body"/>
          </p:nvPr>
        </p:nvSpPr>
        <p:spPr>
          <a:xfrm>
            <a:off x="924075" y="622525"/>
            <a:ext cx="57576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Class Distribution</a:t>
            </a:r>
            <a:endParaRPr sz="3000">
              <a:solidFill>
                <a:srgbClr val="1C4587"/>
              </a:solidFill>
            </a:endParaRPr>
          </a:p>
        </p:txBody>
      </p:sp>
      <p:pic>
        <p:nvPicPr>
          <p:cNvPr descr="GNCIPL Internship &amp; Job Group" id="342" name="Google Shape;342;g385cb2a7d26_0_1888"/>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43" name="Google Shape;343;g385cb2a7d26_0_1888"/>
          <p:cNvPicPr preferRelativeResize="0"/>
          <p:nvPr/>
        </p:nvPicPr>
        <p:blipFill rotWithShape="1">
          <a:blip r:embed="rId4">
            <a:alphaModFix/>
          </a:blip>
          <a:srcRect b="0" l="0" r="0" t="0"/>
          <a:stretch/>
        </p:blipFill>
        <p:spPr>
          <a:xfrm>
            <a:off x="1131725" y="1428925"/>
            <a:ext cx="6338370" cy="3050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385cb2a7d26_0_18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49" name="Google Shape;349;g385cb2a7d26_0_1881"/>
          <p:cNvSpPr txBox="1"/>
          <p:nvPr>
            <p:ph idx="1" type="body"/>
          </p:nvPr>
        </p:nvSpPr>
        <p:spPr>
          <a:xfrm>
            <a:off x="924075" y="781900"/>
            <a:ext cx="70983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Transaction amount Distribution</a:t>
            </a:r>
            <a:endParaRPr sz="3000">
              <a:solidFill>
                <a:srgbClr val="1C4587"/>
              </a:solidFill>
            </a:endParaRPr>
          </a:p>
        </p:txBody>
      </p:sp>
      <p:pic>
        <p:nvPicPr>
          <p:cNvPr descr="GNCIPL Internship &amp; Job Group" id="350" name="Google Shape;350;g385cb2a7d26_0_1881"/>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51" name="Google Shape;351;g385cb2a7d26_0_1881"/>
          <p:cNvPicPr preferRelativeResize="0"/>
          <p:nvPr/>
        </p:nvPicPr>
        <p:blipFill rotWithShape="1">
          <a:blip r:embed="rId4">
            <a:alphaModFix/>
          </a:blip>
          <a:srcRect b="0" l="0" r="0" t="0"/>
          <a:stretch/>
        </p:blipFill>
        <p:spPr>
          <a:xfrm>
            <a:off x="1167150" y="1588300"/>
            <a:ext cx="6855325" cy="28907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85cb2a7d26_0_18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57" name="Google Shape;357;g385cb2a7d26_0_1874"/>
          <p:cNvSpPr txBox="1"/>
          <p:nvPr>
            <p:ph idx="1" type="body"/>
          </p:nvPr>
        </p:nvSpPr>
        <p:spPr>
          <a:xfrm>
            <a:off x="924075" y="781900"/>
            <a:ext cx="57576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Fraud by state</a:t>
            </a:r>
            <a:endParaRPr sz="3000">
              <a:solidFill>
                <a:srgbClr val="1C4587"/>
              </a:solidFill>
            </a:endParaRPr>
          </a:p>
        </p:txBody>
      </p:sp>
      <p:pic>
        <p:nvPicPr>
          <p:cNvPr descr="GNCIPL Internship &amp; Job Group" id="358" name="Google Shape;358;g385cb2a7d26_0_1874"/>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59" name="Google Shape;359;g385cb2a7d26_0_1874"/>
          <p:cNvPicPr preferRelativeResize="0"/>
          <p:nvPr/>
        </p:nvPicPr>
        <p:blipFill rotWithShape="1">
          <a:blip r:embed="rId4">
            <a:alphaModFix/>
          </a:blip>
          <a:srcRect b="0" l="0" r="0" t="0"/>
          <a:stretch/>
        </p:blipFill>
        <p:spPr>
          <a:xfrm>
            <a:off x="1140325" y="1588300"/>
            <a:ext cx="6922374" cy="27932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g385cb2a7d26_0_18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65" name="Google Shape;365;g385cb2a7d26_0_1867"/>
          <p:cNvSpPr txBox="1"/>
          <p:nvPr>
            <p:ph idx="1" type="body"/>
          </p:nvPr>
        </p:nvSpPr>
        <p:spPr>
          <a:xfrm>
            <a:off x="924075" y="781900"/>
            <a:ext cx="72057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Transaction Amount Distribution</a:t>
            </a:r>
            <a:endParaRPr sz="3000">
              <a:solidFill>
                <a:srgbClr val="1C4587"/>
              </a:solidFill>
            </a:endParaRPr>
          </a:p>
        </p:txBody>
      </p:sp>
      <p:pic>
        <p:nvPicPr>
          <p:cNvPr descr="GNCIPL Internship &amp; Job Group" id="366" name="Google Shape;366;g385cb2a7d26_0_1867"/>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67" name="Google Shape;367;g385cb2a7d26_0_1867"/>
          <p:cNvPicPr preferRelativeResize="0"/>
          <p:nvPr/>
        </p:nvPicPr>
        <p:blipFill rotWithShape="1">
          <a:blip r:embed="rId4">
            <a:alphaModFix/>
          </a:blip>
          <a:srcRect b="0" l="0" r="0" t="0"/>
          <a:stretch/>
        </p:blipFill>
        <p:spPr>
          <a:xfrm>
            <a:off x="1155675" y="1588300"/>
            <a:ext cx="6920450" cy="28907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385cb2a7d26_0_19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73" name="Google Shape;373;g385cb2a7d26_0_1902"/>
          <p:cNvSpPr txBox="1"/>
          <p:nvPr>
            <p:ph idx="1" type="body"/>
          </p:nvPr>
        </p:nvSpPr>
        <p:spPr>
          <a:xfrm>
            <a:off x="924075" y="781900"/>
            <a:ext cx="72057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Compare Class Distribution</a:t>
            </a:r>
            <a:endParaRPr sz="3000">
              <a:solidFill>
                <a:srgbClr val="1C4587"/>
              </a:solidFill>
            </a:endParaRPr>
          </a:p>
        </p:txBody>
      </p:sp>
      <p:pic>
        <p:nvPicPr>
          <p:cNvPr descr="GNCIPL Internship &amp; Job Group" id="374" name="Google Shape;374;g385cb2a7d26_0_1902"/>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75" name="Google Shape;375;g385cb2a7d26_0_1902"/>
          <p:cNvPicPr preferRelativeResize="0"/>
          <p:nvPr/>
        </p:nvPicPr>
        <p:blipFill rotWithShape="1">
          <a:blip r:embed="rId4">
            <a:alphaModFix/>
          </a:blip>
          <a:srcRect b="0" l="0" r="0" t="0"/>
          <a:stretch/>
        </p:blipFill>
        <p:spPr>
          <a:xfrm>
            <a:off x="1153725" y="1588300"/>
            <a:ext cx="6976049" cy="28675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385cb2a7d26_0_19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81" name="Google Shape;381;g385cb2a7d26_0_1916"/>
          <p:cNvSpPr txBox="1"/>
          <p:nvPr>
            <p:ph idx="1" type="body"/>
          </p:nvPr>
        </p:nvSpPr>
        <p:spPr>
          <a:xfrm>
            <a:off x="924075" y="781900"/>
            <a:ext cx="72057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Feature Distribution Comparison -1</a:t>
            </a:r>
            <a:endParaRPr sz="3000">
              <a:solidFill>
                <a:srgbClr val="1C4587"/>
              </a:solidFill>
            </a:endParaRPr>
          </a:p>
        </p:txBody>
      </p:sp>
      <p:pic>
        <p:nvPicPr>
          <p:cNvPr descr="GNCIPL Internship &amp; Job Group" id="382" name="Google Shape;382;g385cb2a7d26_0_1916"/>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83" name="Google Shape;383;g385cb2a7d26_0_1916"/>
          <p:cNvPicPr preferRelativeResize="0"/>
          <p:nvPr/>
        </p:nvPicPr>
        <p:blipFill rotWithShape="1">
          <a:blip r:embed="rId4">
            <a:alphaModFix/>
          </a:blip>
          <a:srcRect b="0" l="0" r="0" t="0"/>
          <a:stretch/>
        </p:blipFill>
        <p:spPr>
          <a:xfrm>
            <a:off x="1131725" y="1588300"/>
            <a:ext cx="6137750" cy="28907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85cb2a7d26_0_19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89" name="Google Shape;389;g385cb2a7d26_0_1926"/>
          <p:cNvSpPr txBox="1"/>
          <p:nvPr>
            <p:ph idx="1" type="body"/>
          </p:nvPr>
        </p:nvSpPr>
        <p:spPr>
          <a:xfrm>
            <a:off x="924075" y="781900"/>
            <a:ext cx="72057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Feature Distribution Comparison -2</a:t>
            </a:r>
            <a:endParaRPr sz="3000">
              <a:solidFill>
                <a:srgbClr val="1C4587"/>
              </a:solidFill>
            </a:endParaRPr>
          </a:p>
        </p:txBody>
      </p:sp>
      <p:pic>
        <p:nvPicPr>
          <p:cNvPr descr="GNCIPL Internship &amp; Job Group" id="390" name="Google Shape;390;g385cb2a7d26_0_1926"/>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91" name="Google Shape;391;g385cb2a7d26_0_1926"/>
          <p:cNvPicPr preferRelativeResize="0"/>
          <p:nvPr/>
        </p:nvPicPr>
        <p:blipFill rotWithShape="1">
          <a:blip r:embed="rId4">
            <a:alphaModFix/>
          </a:blip>
          <a:srcRect b="0" l="0" r="0" t="0"/>
          <a:stretch/>
        </p:blipFill>
        <p:spPr>
          <a:xfrm>
            <a:off x="1171975" y="1682200"/>
            <a:ext cx="6152875" cy="28907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85cb2a7d26_0_190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397" name="Google Shape;397;g385cb2a7d26_0_1909"/>
          <p:cNvSpPr txBox="1"/>
          <p:nvPr>
            <p:ph idx="1" type="body"/>
          </p:nvPr>
        </p:nvSpPr>
        <p:spPr>
          <a:xfrm>
            <a:off x="924075" y="781900"/>
            <a:ext cx="7205700" cy="654000"/>
          </a:xfrm>
          <a:prstGeom prst="rect">
            <a:avLst/>
          </a:prstGeom>
          <a:noFill/>
          <a:ln>
            <a:noFill/>
          </a:ln>
        </p:spPr>
        <p:txBody>
          <a:bodyPr anchorCtr="0" anchor="ctr" bIns="91425" lIns="91425" spcFirstLastPara="1" rIns="91425" wrap="square" tIns="91425">
            <a:noAutofit/>
          </a:bodyPr>
          <a:lstStyle/>
          <a:p>
            <a:pPr indent="-6350" lvl="0" marL="58420" rtl="0" algn="l">
              <a:lnSpc>
                <a:spcPct val="107916"/>
              </a:lnSpc>
              <a:spcBef>
                <a:spcPts val="0"/>
              </a:spcBef>
              <a:spcAft>
                <a:spcPts val="585"/>
              </a:spcAft>
              <a:buSzPts val="3450"/>
              <a:buNone/>
            </a:pPr>
            <a:r>
              <a:rPr lang="en" sz="3000">
                <a:solidFill>
                  <a:srgbClr val="1C4587"/>
                </a:solidFill>
              </a:rPr>
              <a:t> </a:t>
            </a:r>
            <a:r>
              <a:rPr lang="en" sz="3000"/>
              <a:t>Dimensionality Visualization using PCA</a:t>
            </a:r>
            <a:endParaRPr sz="3000">
              <a:solidFill>
                <a:srgbClr val="1C4587"/>
              </a:solidFill>
            </a:endParaRPr>
          </a:p>
        </p:txBody>
      </p:sp>
      <p:pic>
        <p:nvPicPr>
          <p:cNvPr descr="GNCIPL Internship &amp; Job Group" id="398" name="Google Shape;398;g385cb2a7d26_0_1909"/>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399" name="Google Shape;399;g385cb2a7d26_0_1909"/>
          <p:cNvPicPr preferRelativeResize="0"/>
          <p:nvPr/>
        </p:nvPicPr>
        <p:blipFill rotWithShape="1">
          <a:blip r:embed="rId4">
            <a:alphaModFix/>
          </a:blip>
          <a:srcRect b="0" l="0" r="0" t="0"/>
          <a:stretch/>
        </p:blipFill>
        <p:spPr>
          <a:xfrm>
            <a:off x="1842750" y="1489575"/>
            <a:ext cx="4779414" cy="28907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8a1bb566b2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405" name="Google Shape;405;g38a1bb566b2_0_0"/>
          <p:cNvSpPr txBox="1"/>
          <p:nvPr>
            <p:ph idx="1" type="body"/>
          </p:nvPr>
        </p:nvSpPr>
        <p:spPr>
          <a:xfrm>
            <a:off x="888775" y="380050"/>
            <a:ext cx="7205700" cy="654000"/>
          </a:xfrm>
          <a:prstGeom prst="rect">
            <a:avLst/>
          </a:prstGeom>
          <a:noFill/>
          <a:ln>
            <a:noFill/>
          </a:ln>
        </p:spPr>
        <p:txBody>
          <a:bodyPr anchorCtr="0" anchor="ctr" bIns="91425" lIns="91425" spcFirstLastPara="1" rIns="91425" wrap="square" tIns="91425">
            <a:noAutofit/>
          </a:bodyPr>
          <a:lstStyle/>
          <a:p>
            <a:pPr indent="284480" lvl="0" marL="58420" rtl="0" algn="l">
              <a:lnSpc>
                <a:spcPct val="107916"/>
              </a:lnSpc>
              <a:spcBef>
                <a:spcPts val="0"/>
              </a:spcBef>
              <a:spcAft>
                <a:spcPts val="585"/>
              </a:spcAft>
              <a:buSzPts val="3450"/>
              <a:buNone/>
            </a:pPr>
            <a:r>
              <a:rPr lang="en" sz="3000">
                <a:solidFill>
                  <a:srgbClr val="1C4587"/>
                </a:solidFill>
              </a:rPr>
              <a:t>Project</a:t>
            </a:r>
            <a:r>
              <a:rPr lang="en" sz="3000">
                <a:solidFill>
                  <a:srgbClr val="1C4587"/>
                </a:solidFill>
              </a:rPr>
              <a:t> </a:t>
            </a:r>
            <a:r>
              <a:rPr lang="en" sz="3000"/>
              <a:t>UI </a:t>
            </a:r>
            <a:endParaRPr sz="3000">
              <a:solidFill>
                <a:srgbClr val="1C4587"/>
              </a:solidFill>
            </a:endParaRPr>
          </a:p>
        </p:txBody>
      </p:sp>
      <p:pic>
        <p:nvPicPr>
          <p:cNvPr descr="GNCIPL Internship &amp; Job Group" id="406" name="Google Shape;406;g38a1bb566b2_0_0"/>
          <p:cNvPicPr preferRelativeResize="0"/>
          <p:nvPr/>
        </p:nvPicPr>
        <p:blipFill rotWithShape="1">
          <a:blip r:embed="rId3">
            <a:alphaModFix/>
          </a:blip>
          <a:srcRect b="0" l="0" r="0" t="0"/>
          <a:stretch/>
        </p:blipFill>
        <p:spPr>
          <a:xfrm>
            <a:off x="4263025" y="4631425"/>
            <a:ext cx="457200" cy="457200"/>
          </a:xfrm>
          <a:prstGeom prst="rect">
            <a:avLst/>
          </a:prstGeom>
          <a:noFill/>
          <a:ln>
            <a:noFill/>
          </a:ln>
        </p:spPr>
      </p:pic>
      <p:pic>
        <p:nvPicPr>
          <p:cNvPr id="407" name="Google Shape;407;g38a1bb566b2_0_0" title="WhatsApp Image 2025-10-09 at 5.39.01 PM.jpeg"/>
          <p:cNvPicPr preferRelativeResize="0"/>
          <p:nvPr/>
        </p:nvPicPr>
        <p:blipFill>
          <a:blip r:embed="rId4">
            <a:alphaModFix/>
          </a:blip>
          <a:stretch>
            <a:fillRect/>
          </a:stretch>
        </p:blipFill>
        <p:spPr>
          <a:xfrm>
            <a:off x="1396865" y="1034050"/>
            <a:ext cx="6189523" cy="3476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85cb2a7d26_0_1857"/>
          <p:cNvSpPr txBox="1"/>
          <p:nvPr>
            <p:ph type="title"/>
          </p:nvPr>
        </p:nvSpPr>
        <p:spPr>
          <a:xfrm>
            <a:off x="1193375" y="611000"/>
            <a:ext cx="5516100" cy="832200"/>
          </a:xfrm>
          <a:prstGeom prst="rect">
            <a:avLst/>
          </a:prstGeom>
          <a:noFill/>
          <a:ln>
            <a:noFill/>
          </a:ln>
        </p:spPr>
        <p:txBody>
          <a:bodyPr anchorCtr="0" anchor="ctr" bIns="91425" lIns="514350" spcFirstLastPara="1" rIns="91425" wrap="square" tIns="91425">
            <a:noAutofit/>
          </a:bodyPr>
          <a:lstStyle/>
          <a:p>
            <a:pPr indent="0" lvl="0" marL="0" rtl="0" algn="l">
              <a:lnSpc>
                <a:spcPct val="90000"/>
              </a:lnSpc>
              <a:spcBef>
                <a:spcPts val="0"/>
              </a:spcBef>
              <a:spcAft>
                <a:spcPts val="0"/>
              </a:spcAft>
              <a:buSzPts val="3450"/>
              <a:buNone/>
            </a:pPr>
            <a:r>
              <a:rPr b="0" lang="en" sz="3000">
                <a:solidFill>
                  <a:srgbClr val="FFFFFF"/>
                </a:solidFill>
                <a:latin typeface="DM Sans"/>
                <a:ea typeface="DM Sans"/>
                <a:cs typeface="DM Sans"/>
                <a:sym typeface="DM Sans"/>
              </a:rPr>
              <a:t>Performance</a:t>
            </a:r>
            <a:endParaRPr b="0" sz="3000">
              <a:solidFill>
                <a:srgbClr val="FFFFFF"/>
              </a:solidFill>
              <a:latin typeface="DM Sans"/>
              <a:ea typeface="DM Sans"/>
              <a:cs typeface="DM Sans"/>
              <a:sym typeface="DM Sans"/>
            </a:endParaRPr>
          </a:p>
        </p:txBody>
      </p:sp>
      <p:sp>
        <p:nvSpPr>
          <p:cNvPr id="413" name="Google Shape;413;g385cb2a7d26_0_1857"/>
          <p:cNvSpPr txBox="1"/>
          <p:nvPr>
            <p:ph idx="1" type="body"/>
          </p:nvPr>
        </p:nvSpPr>
        <p:spPr>
          <a:xfrm>
            <a:off x="1106100" y="1301300"/>
            <a:ext cx="6931800" cy="29514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600"/>
              </a:spcBef>
              <a:spcAft>
                <a:spcPts val="0"/>
              </a:spcAft>
              <a:buClr>
                <a:srgbClr val="FFFFFF"/>
              </a:buClr>
              <a:buSzPts val="1200"/>
              <a:buFont typeface="Arial"/>
              <a:buChar char="●"/>
            </a:pPr>
            <a:r>
              <a:rPr lang="en" sz="1200">
                <a:solidFill>
                  <a:srgbClr val="FFFFFF"/>
                </a:solidFill>
                <a:latin typeface="Arial"/>
                <a:ea typeface="Arial"/>
                <a:cs typeface="Arial"/>
                <a:sym typeface="Arial"/>
              </a:rPr>
              <a:t>CatBoost and XGBoost achieved the highest F1-scores (~0.286), driven by very high recall (≈0.88 and 0.83).</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These models are highly sensitive to fraudulent cases — ideal when catching fraud is more important than reducing false alarms.</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LightGBM provides a better trade-off between accuracy (45%) and F1 (0.26), indicating stronger overall balance in classification.</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Logistic Regression (LR) and Decision Tree (DT) perform moderately well, maintaining stable recall around 0.47–0.49, but still suffer from low precision.</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SGD Classifier delivers results similar to LR and DT, showing that linear models with class balancing can remain competitive when data is augmented.</a:t>
            </a:r>
            <a:endParaRPr sz="1200">
              <a:solidFill>
                <a:srgbClr val="FFFFFF"/>
              </a:solidFill>
              <a:latin typeface="Arial"/>
              <a:ea typeface="Arial"/>
              <a:cs typeface="Arial"/>
              <a:sym typeface="Arial"/>
            </a:endParaRPr>
          </a:p>
          <a:p>
            <a:pPr indent="-304800" lvl="0" marL="457200" rtl="0" algn="l">
              <a:lnSpc>
                <a:spcPct val="115000"/>
              </a:lnSpc>
              <a:spcBef>
                <a:spcPts val="0"/>
              </a:spcBef>
              <a:spcAft>
                <a:spcPts val="0"/>
              </a:spcAft>
              <a:buClr>
                <a:srgbClr val="FFFFFF"/>
              </a:buClr>
              <a:buSzPts val="1200"/>
              <a:buFont typeface="Arial"/>
              <a:buChar char="●"/>
            </a:pPr>
            <a:r>
              <a:rPr lang="en" sz="1200">
                <a:solidFill>
                  <a:srgbClr val="FFFFFF"/>
                </a:solidFill>
                <a:latin typeface="Arial"/>
                <a:ea typeface="Arial"/>
                <a:cs typeface="Arial"/>
                <a:sym typeface="Arial"/>
              </a:rPr>
              <a:t>Balanced Random Forest (BRF), despite its high accuracy (75%), fails to detect minority (fraud) cases effectively — indicating it’s biased toward non-fraud transactions.</a:t>
            </a:r>
            <a:endParaRPr sz="1200">
              <a:solidFill>
                <a:srgbClr val="FFFFFF"/>
              </a:solidFill>
              <a:latin typeface="Arial"/>
              <a:ea typeface="Arial"/>
              <a:cs typeface="Arial"/>
              <a:sym typeface="Arial"/>
            </a:endParaRPr>
          </a:p>
        </p:txBody>
      </p:sp>
      <p:sp>
        <p:nvSpPr>
          <p:cNvPr id="414" name="Google Shape;414;g385cb2a7d26_0_1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415" name="Google Shape;415;g385cb2a7d26_0_1857"/>
          <p:cNvSpPr txBox="1"/>
          <p:nvPr>
            <p:ph idx="3" type="body"/>
          </p:nvPr>
        </p:nvSpPr>
        <p:spPr>
          <a:xfrm>
            <a:off x="196950" y="331150"/>
            <a:ext cx="1860300" cy="39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16" name="Google Shape;416;g385cb2a7d26_0_1857"/>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17" name="Google Shape;417;g385cb2a7d26_0_1857"/>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pic>
        <p:nvPicPr>
          <p:cNvPr descr="GNCIPL Internship &amp; Job Group" id="418" name="Google Shape;418;g385cb2a7d26_0_1857"/>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g385cb2a7d26_0_1972"/>
          <p:cNvSpPr txBox="1"/>
          <p:nvPr>
            <p:ph type="title"/>
          </p:nvPr>
        </p:nvSpPr>
        <p:spPr>
          <a:xfrm>
            <a:off x="1193375" y="611000"/>
            <a:ext cx="5516100" cy="832200"/>
          </a:xfrm>
          <a:prstGeom prst="rect">
            <a:avLst/>
          </a:prstGeom>
          <a:noFill/>
          <a:ln>
            <a:noFill/>
          </a:ln>
        </p:spPr>
        <p:txBody>
          <a:bodyPr anchorCtr="0" anchor="ctr" bIns="91425" lIns="514350" spcFirstLastPara="1" rIns="91425" wrap="square" tIns="91425">
            <a:noAutofit/>
          </a:bodyPr>
          <a:lstStyle/>
          <a:p>
            <a:pPr indent="0" lvl="0" marL="0" rtl="0" algn="l">
              <a:lnSpc>
                <a:spcPct val="90000"/>
              </a:lnSpc>
              <a:spcBef>
                <a:spcPts val="0"/>
              </a:spcBef>
              <a:spcAft>
                <a:spcPts val="0"/>
              </a:spcAft>
              <a:buSzPts val="3450"/>
              <a:buNone/>
            </a:pPr>
            <a:r>
              <a:rPr b="0" lang="en" sz="3000">
                <a:solidFill>
                  <a:srgbClr val="FFFFFF"/>
                </a:solidFill>
                <a:latin typeface="DM Sans"/>
                <a:ea typeface="DM Sans"/>
                <a:cs typeface="DM Sans"/>
                <a:sym typeface="DM Sans"/>
              </a:rPr>
              <a:t>Result</a:t>
            </a:r>
            <a:endParaRPr b="0" sz="3000">
              <a:solidFill>
                <a:srgbClr val="FFFFFF"/>
              </a:solidFill>
              <a:latin typeface="DM Sans"/>
              <a:ea typeface="DM Sans"/>
              <a:cs typeface="DM Sans"/>
              <a:sym typeface="DM Sans"/>
            </a:endParaRPr>
          </a:p>
        </p:txBody>
      </p:sp>
      <p:sp>
        <p:nvSpPr>
          <p:cNvPr id="424" name="Google Shape;424;g385cb2a7d26_0_1972"/>
          <p:cNvSpPr txBox="1"/>
          <p:nvPr>
            <p:ph idx="1" type="body"/>
          </p:nvPr>
        </p:nvSpPr>
        <p:spPr>
          <a:xfrm>
            <a:off x="1106100" y="1301300"/>
            <a:ext cx="6931800" cy="29514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600"/>
              </a:spcBef>
              <a:spcAft>
                <a:spcPts val="0"/>
              </a:spcAft>
              <a:buClr>
                <a:schemeClr val="hlink"/>
              </a:buClr>
              <a:buSzPts val="1100"/>
              <a:buFont typeface="Arial"/>
              <a:buNone/>
            </a:pPr>
            <a:r>
              <a:t/>
            </a:r>
            <a:endParaRPr sz="1200">
              <a:solidFill>
                <a:srgbClr val="FFFFFF"/>
              </a:solidFill>
              <a:latin typeface="Arial"/>
              <a:ea typeface="Arial"/>
              <a:cs typeface="Arial"/>
              <a:sym typeface="Arial"/>
            </a:endParaRPr>
          </a:p>
          <a:p>
            <a:pPr indent="457200" lvl="0" marL="0" rtl="0" algn="l">
              <a:lnSpc>
                <a:spcPct val="115000"/>
              </a:lnSpc>
              <a:spcBef>
                <a:spcPts val="600"/>
              </a:spcBef>
              <a:spcAft>
                <a:spcPts val="0"/>
              </a:spcAft>
              <a:buClr>
                <a:schemeClr val="hlink"/>
              </a:buClr>
              <a:buSzPts val="1100"/>
              <a:buFont typeface="Arial"/>
              <a:buNone/>
            </a:pPr>
            <a:r>
              <a:rPr b="1" lang="en" sz="1300">
                <a:solidFill>
                  <a:srgbClr val="FFFFFF"/>
                </a:solidFill>
                <a:latin typeface="Courier New"/>
                <a:ea typeface="Courier New"/>
                <a:cs typeface="Courier New"/>
                <a:sym typeface="Courier New"/>
              </a:rPr>
              <a:t>Best model: CatBoost (F1 = 0.2868)</a:t>
            </a:r>
            <a:endParaRPr b="1" sz="1300">
              <a:solidFill>
                <a:srgbClr val="FFFFFF"/>
              </a:solidFill>
              <a:latin typeface="Courier New"/>
              <a:ea typeface="Courier New"/>
              <a:cs typeface="Courier New"/>
              <a:sym typeface="Courier New"/>
            </a:endParaRPr>
          </a:p>
          <a:p>
            <a:pPr indent="457200" lvl="0" marL="0" rtl="0" algn="l">
              <a:lnSpc>
                <a:spcPct val="115000"/>
              </a:lnSpc>
              <a:spcBef>
                <a:spcPts val="600"/>
              </a:spcBef>
              <a:spcAft>
                <a:spcPts val="0"/>
              </a:spcAft>
              <a:buClr>
                <a:schemeClr val="hlink"/>
              </a:buClr>
              <a:buSzPts val="1100"/>
              <a:buFont typeface="Arial"/>
              <a:buNone/>
            </a:pPr>
            <a:r>
              <a:t/>
            </a:r>
            <a:endParaRPr b="1" sz="1300">
              <a:solidFill>
                <a:srgbClr val="FFFFFF"/>
              </a:solidFill>
              <a:latin typeface="Courier New"/>
              <a:ea typeface="Courier New"/>
              <a:cs typeface="Courier New"/>
              <a:sym typeface="Courier New"/>
            </a:endParaRPr>
          </a:p>
          <a:p>
            <a:pPr indent="457200" lvl="0" marL="0" rtl="0" algn="l">
              <a:lnSpc>
                <a:spcPct val="115000"/>
              </a:lnSpc>
              <a:spcBef>
                <a:spcPts val="600"/>
              </a:spcBef>
              <a:spcAft>
                <a:spcPts val="0"/>
              </a:spcAft>
              <a:buClr>
                <a:schemeClr val="hlink"/>
              </a:buClr>
              <a:buSzPts val="1100"/>
              <a:buFont typeface="Arial"/>
              <a:buNone/>
            </a:pPr>
            <a:r>
              <a:rPr b="1" lang="en" sz="1300">
                <a:solidFill>
                  <a:srgbClr val="FFFFFF"/>
                </a:solidFill>
                <a:latin typeface="Courier New"/>
                <a:ea typeface="Courier New"/>
                <a:cs typeface="Courier New"/>
                <a:sym typeface="Courier New"/>
              </a:rPr>
              <a:t> precision    recall  f1-score   support</a:t>
            </a:r>
            <a:endParaRPr b="1" sz="1300">
              <a:solidFill>
                <a:srgbClr val="FFFFFF"/>
              </a:solidFill>
              <a:latin typeface="Courier New"/>
              <a:ea typeface="Courier New"/>
              <a:cs typeface="Courier New"/>
              <a:sym typeface="Courier New"/>
            </a:endParaRPr>
          </a:p>
          <a:p>
            <a:pPr indent="0" lvl="0" marL="0" rtl="0" algn="l">
              <a:lnSpc>
                <a:spcPct val="115000"/>
              </a:lnSpc>
              <a:spcBef>
                <a:spcPts val="600"/>
              </a:spcBef>
              <a:spcAft>
                <a:spcPts val="0"/>
              </a:spcAft>
              <a:buClr>
                <a:schemeClr val="hlink"/>
              </a:buClr>
              <a:buSzPts val="1100"/>
              <a:buFont typeface="Arial"/>
              <a:buNone/>
            </a:pPr>
            <a:r>
              <a:rPr b="1" lang="en" sz="1300">
                <a:solidFill>
                  <a:srgbClr val="FFFFFF"/>
                </a:solidFill>
                <a:latin typeface="Courier New"/>
                <a:ea typeface="Courier New"/>
                <a:cs typeface="Courier New"/>
                <a:sym typeface="Courier New"/>
              </a:rPr>
              <a:t> 0     0.8528    0.0101    0.0200      38896</a:t>
            </a:r>
            <a:endParaRPr b="1" sz="1300">
              <a:solidFill>
                <a:srgbClr val="FFFFFF"/>
              </a:solidFill>
              <a:latin typeface="Courier New"/>
              <a:ea typeface="Courier New"/>
              <a:cs typeface="Courier New"/>
              <a:sym typeface="Courier New"/>
            </a:endParaRPr>
          </a:p>
          <a:p>
            <a:pPr indent="0" lvl="0" marL="0" rtl="0" algn="l">
              <a:lnSpc>
                <a:spcPct val="115000"/>
              </a:lnSpc>
              <a:spcBef>
                <a:spcPts val="600"/>
              </a:spcBef>
              <a:spcAft>
                <a:spcPts val="0"/>
              </a:spcAft>
              <a:buClr>
                <a:schemeClr val="hlink"/>
              </a:buClr>
              <a:buSzPts val="1100"/>
              <a:buFont typeface="Arial"/>
              <a:buNone/>
            </a:pPr>
            <a:r>
              <a:rPr b="1" lang="en" sz="1300">
                <a:solidFill>
                  <a:srgbClr val="FFFFFF"/>
                </a:solidFill>
                <a:latin typeface="Courier New"/>
                <a:ea typeface="Courier New"/>
                <a:cs typeface="Courier New"/>
                <a:sym typeface="Courier New"/>
              </a:rPr>
              <a:t> 1     0.1727    0.9916    0.2941      8104</a:t>
            </a:r>
            <a:endParaRPr b="1" sz="1300">
              <a:solidFill>
                <a:srgbClr val="FFFFFF"/>
              </a:solidFill>
              <a:latin typeface="Courier New"/>
              <a:ea typeface="Courier New"/>
              <a:cs typeface="Courier New"/>
              <a:sym typeface="Courier New"/>
            </a:endParaRPr>
          </a:p>
          <a:p>
            <a:pPr indent="457200" lvl="0" marL="0" rtl="0" algn="l">
              <a:lnSpc>
                <a:spcPct val="115000"/>
              </a:lnSpc>
              <a:spcBef>
                <a:spcPts val="600"/>
              </a:spcBef>
              <a:spcAft>
                <a:spcPts val="600"/>
              </a:spcAft>
              <a:buSzPts val="1000"/>
              <a:buNone/>
            </a:pPr>
            <a:r>
              <a:t/>
            </a:r>
            <a:endParaRPr sz="1200">
              <a:solidFill>
                <a:srgbClr val="FFFFFF"/>
              </a:solidFill>
              <a:latin typeface="Arial"/>
              <a:ea typeface="Arial"/>
              <a:cs typeface="Arial"/>
              <a:sym typeface="Arial"/>
            </a:endParaRPr>
          </a:p>
        </p:txBody>
      </p:sp>
      <p:sp>
        <p:nvSpPr>
          <p:cNvPr id="425" name="Google Shape;425;g385cb2a7d26_0_19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426" name="Google Shape;426;g385cb2a7d26_0_1972"/>
          <p:cNvSpPr txBox="1"/>
          <p:nvPr>
            <p:ph idx="3" type="body"/>
          </p:nvPr>
        </p:nvSpPr>
        <p:spPr>
          <a:xfrm>
            <a:off x="196950" y="331150"/>
            <a:ext cx="1860300" cy="39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27" name="Google Shape;427;g385cb2a7d26_0_1972"/>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28" name="Google Shape;428;g385cb2a7d26_0_1972"/>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pic>
        <p:nvPicPr>
          <p:cNvPr descr="GNCIPL Internship &amp; Job Group" id="429" name="Google Shape;429;g385cb2a7d26_0_1972"/>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85cb2a7d26_0_1938"/>
          <p:cNvSpPr txBox="1"/>
          <p:nvPr>
            <p:ph type="title"/>
          </p:nvPr>
        </p:nvSpPr>
        <p:spPr>
          <a:xfrm>
            <a:off x="1179975" y="731725"/>
            <a:ext cx="5516100" cy="832200"/>
          </a:xfrm>
          <a:prstGeom prst="rect">
            <a:avLst/>
          </a:prstGeom>
          <a:noFill/>
          <a:ln>
            <a:noFill/>
          </a:ln>
        </p:spPr>
        <p:txBody>
          <a:bodyPr anchorCtr="0" anchor="b" bIns="91425" lIns="514350" spcFirstLastPara="1" rIns="91425" wrap="square" tIns="91425">
            <a:noAutofit/>
          </a:bodyPr>
          <a:lstStyle/>
          <a:p>
            <a:pPr indent="0" lvl="0" marL="0" rtl="0" algn="l">
              <a:lnSpc>
                <a:spcPct val="90000"/>
              </a:lnSpc>
              <a:spcBef>
                <a:spcPts val="0"/>
              </a:spcBef>
              <a:spcAft>
                <a:spcPts val="0"/>
              </a:spcAft>
              <a:buSzPts val="3450"/>
              <a:buNone/>
            </a:pPr>
            <a:r>
              <a:rPr b="0" lang="en" sz="3000">
                <a:solidFill>
                  <a:srgbClr val="FFFFFF"/>
                </a:solidFill>
                <a:latin typeface="DM Sans"/>
                <a:ea typeface="DM Sans"/>
                <a:cs typeface="DM Sans"/>
                <a:sym typeface="DM Sans"/>
              </a:rPr>
              <a:t>Conclusion</a:t>
            </a:r>
            <a:endParaRPr b="0" sz="3000">
              <a:solidFill>
                <a:srgbClr val="FFFFFF"/>
              </a:solidFill>
              <a:latin typeface="DM Sans"/>
              <a:ea typeface="DM Sans"/>
              <a:cs typeface="DM Sans"/>
              <a:sym typeface="DM Sans"/>
            </a:endParaRPr>
          </a:p>
        </p:txBody>
      </p:sp>
      <p:sp>
        <p:nvSpPr>
          <p:cNvPr id="435" name="Google Shape;435;g385cb2a7d26_0_1938"/>
          <p:cNvSpPr txBox="1"/>
          <p:nvPr>
            <p:ph idx="1" type="body"/>
          </p:nvPr>
        </p:nvSpPr>
        <p:spPr>
          <a:xfrm>
            <a:off x="1106100" y="1839675"/>
            <a:ext cx="6931800" cy="231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SzPts val="1000"/>
              <a:buNone/>
            </a:pPr>
            <a:r>
              <a:rPr lang="en" sz="1300">
                <a:solidFill>
                  <a:srgbClr val="FFFFFF"/>
                </a:solidFill>
              </a:rPr>
              <a:t>This project focuses on analyzing banking transactions to identify fraudulent activities. Through comprehensive data exploration and synthetic data augmentation, we uncovered significant patterns and high-risk transaction indicators. The insights derived from this study empower financial institutions to detect fraud proactively, minimize financial losses, and strengthen customer trust.</a:t>
            </a:r>
            <a:endParaRPr b="1" sz="1300">
              <a:solidFill>
                <a:srgbClr val="FFFFFF"/>
              </a:solidFill>
            </a:endParaRPr>
          </a:p>
        </p:txBody>
      </p:sp>
      <p:sp>
        <p:nvSpPr>
          <p:cNvPr id="436" name="Google Shape;436;g385cb2a7d26_0_19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437" name="Google Shape;437;g385cb2a7d26_0_1938"/>
          <p:cNvSpPr txBox="1"/>
          <p:nvPr>
            <p:ph idx="3" type="body"/>
          </p:nvPr>
        </p:nvSpPr>
        <p:spPr>
          <a:xfrm>
            <a:off x="196950" y="331150"/>
            <a:ext cx="1860300" cy="39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38" name="Google Shape;438;g385cb2a7d26_0_1938"/>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39" name="Google Shape;439;g385cb2a7d26_0_1938"/>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pic>
        <p:nvPicPr>
          <p:cNvPr descr="GNCIPL Internship &amp; Job Group" id="440" name="Google Shape;440;g385cb2a7d26_0_1938"/>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85b39a9788_0_89"/>
          <p:cNvSpPr txBox="1"/>
          <p:nvPr>
            <p:ph type="title"/>
          </p:nvPr>
        </p:nvSpPr>
        <p:spPr>
          <a:xfrm>
            <a:off x="696600" y="731725"/>
            <a:ext cx="5999400" cy="832200"/>
          </a:xfrm>
          <a:prstGeom prst="rect">
            <a:avLst/>
          </a:prstGeom>
          <a:noFill/>
          <a:ln>
            <a:noFill/>
          </a:ln>
        </p:spPr>
        <p:txBody>
          <a:bodyPr anchorCtr="0" anchor="b" bIns="91425" lIns="514350" spcFirstLastPara="1" rIns="91425" wrap="square" tIns="91425">
            <a:noAutofit/>
          </a:bodyPr>
          <a:lstStyle/>
          <a:p>
            <a:pPr indent="0" lvl="0" marL="0" rtl="0" algn="l">
              <a:lnSpc>
                <a:spcPct val="90000"/>
              </a:lnSpc>
              <a:spcBef>
                <a:spcPts val="0"/>
              </a:spcBef>
              <a:spcAft>
                <a:spcPts val="0"/>
              </a:spcAft>
              <a:buSzPts val="3450"/>
              <a:buNone/>
            </a:pPr>
            <a:r>
              <a:rPr b="0" lang="en" sz="3000">
                <a:solidFill>
                  <a:srgbClr val="FFFFFF"/>
                </a:solidFill>
                <a:latin typeface="DM Sans"/>
                <a:ea typeface="DM Sans"/>
                <a:cs typeface="DM Sans"/>
                <a:sym typeface="DM Sans"/>
              </a:rPr>
              <a:t>Reference</a:t>
            </a:r>
            <a:endParaRPr b="0" sz="3000">
              <a:solidFill>
                <a:srgbClr val="FFFFFF"/>
              </a:solidFill>
              <a:latin typeface="DM Sans"/>
              <a:ea typeface="DM Sans"/>
              <a:cs typeface="DM Sans"/>
              <a:sym typeface="DM Sans"/>
            </a:endParaRPr>
          </a:p>
        </p:txBody>
      </p:sp>
      <p:sp>
        <p:nvSpPr>
          <p:cNvPr id="446" name="Google Shape;446;g385b39a9788_0_89"/>
          <p:cNvSpPr txBox="1"/>
          <p:nvPr>
            <p:ph idx="1" type="body"/>
          </p:nvPr>
        </p:nvSpPr>
        <p:spPr>
          <a:xfrm>
            <a:off x="1106100" y="1839675"/>
            <a:ext cx="6931800" cy="2313000"/>
          </a:xfrm>
          <a:prstGeom prst="rect">
            <a:avLst/>
          </a:prstGeom>
          <a:noFill/>
          <a:ln>
            <a:noFill/>
          </a:ln>
        </p:spPr>
        <p:txBody>
          <a:bodyPr anchorCtr="0" anchor="t" bIns="91425" lIns="91425" spcFirstLastPara="1" rIns="91425" wrap="square" tIns="91425">
            <a:noAutofit/>
          </a:bodyPr>
          <a:lstStyle/>
          <a:p>
            <a:pPr indent="-325120" lvl="0" marL="394970" rtl="0" algn="l">
              <a:lnSpc>
                <a:spcPct val="107916"/>
              </a:lnSpc>
              <a:spcBef>
                <a:spcPts val="0"/>
              </a:spcBef>
              <a:spcAft>
                <a:spcPts val="0"/>
              </a:spcAft>
              <a:buClr>
                <a:srgbClr val="FFFFFF"/>
              </a:buClr>
              <a:buSzPts val="1300"/>
              <a:buFont typeface="DM Sans"/>
              <a:buChar char="•"/>
            </a:pPr>
            <a:r>
              <a:rPr lang="en" sz="1300">
                <a:solidFill>
                  <a:srgbClr val="FFFFFF"/>
                </a:solidFill>
              </a:rPr>
              <a:t>Scikit-learn Documentation – https://scikit-learn.org/stable/ </a:t>
            </a:r>
            <a:endParaRPr sz="1300">
              <a:solidFill>
                <a:srgbClr val="FFFFFF"/>
              </a:solidFill>
            </a:endParaRPr>
          </a:p>
          <a:p>
            <a:pPr indent="-325120" lvl="0" marL="394970" rtl="0" algn="l">
              <a:lnSpc>
                <a:spcPct val="107916"/>
              </a:lnSpc>
              <a:spcBef>
                <a:spcPts val="525"/>
              </a:spcBef>
              <a:spcAft>
                <a:spcPts val="0"/>
              </a:spcAft>
              <a:buClr>
                <a:srgbClr val="FFFFFF"/>
              </a:buClr>
              <a:buSzPts val="1300"/>
              <a:buFont typeface="DM Sans"/>
              <a:buChar char="•"/>
            </a:pPr>
            <a:r>
              <a:rPr lang="en" sz="1300">
                <a:solidFill>
                  <a:srgbClr val="FFFFFF"/>
                </a:solidFill>
              </a:rPr>
              <a:t>SDV (CTGAN) Documentation – https://docs.sdv.dev/ </a:t>
            </a:r>
            <a:endParaRPr sz="1300">
              <a:solidFill>
                <a:srgbClr val="FFFFFF"/>
              </a:solidFill>
            </a:endParaRPr>
          </a:p>
          <a:p>
            <a:pPr indent="-325120" lvl="0" marL="394970" rtl="0" algn="l">
              <a:lnSpc>
                <a:spcPct val="107916"/>
              </a:lnSpc>
              <a:spcBef>
                <a:spcPts val="525"/>
              </a:spcBef>
              <a:spcAft>
                <a:spcPts val="0"/>
              </a:spcAft>
              <a:buClr>
                <a:srgbClr val="FFFFFF"/>
              </a:buClr>
              <a:buSzPts val="1300"/>
              <a:buFont typeface="DM Sans"/>
              <a:buChar char="•"/>
            </a:pPr>
            <a:r>
              <a:rPr lang="en" sz="1300">
                <a:solidFill>
                  <a:srgbClr val="FFFFFF"/>
                </a:solidFill>
              </a:rPr>
              <a:t>Kaggle: </a:t>
            </a:r>
            <a:r>
              <a:rPr i="1" lang="en" sz="1300">
                <a:solidFill>
                  <a:srgbClr val="FFFFFF"/>
                </a:solidFill>
              </a:rPr>
              <a:t>Bank Transaction Fraud Detection Dataset</a:t>
            </a:r>
            <a:r>
              <a:rPr lang="en" sz="1300">
                <a:solidFill>
                  <a:srgbClr val="FFFFFF"/>
                </a:solidFill>
              </a:rPr>
              <a:t> </a:t>
            </a:r>
            <a:endParaRPr sz="1300">
              <a:solidFill>
                <a:srgbClr val="FFFFFF"/>
              </a:solidFill>
            </a:endParaRPr>
          </a:p>
          <a:p>
            <a:pPr indent="-325120" lvl="0" marL="394970" rtl="0" algn="l">
              <a:lnSpc>
                <a:spcPct val="107916"/>
              </a:lnSpc>
              <a:spcBef>
                <a:spcPts val="530"/>
              </a:spcBef>
              <a:spcAft>
                <a:spcPts val="0"/>
              </a:spcAft>
              <a:buClr>
                <a:srgbClr val="FFFFFF"/>
              </a:buClr>
              <a:buSzPts val="1300"/>
              <a:buFont typeface="DM Sans"/>
              <a:buChar char="•"/>
            </a:pPr>
            <a:r>
              <a:rPr lang="en" sz="1300">
                <a:solidFill>
                  <a:srgbClr val="FFFFFF"/>
                </a:solidFill>
              </a:rPr>
              <a:t>Python Official Documentation – </a:t>
            </a:r>
            <a:r>
              <a:rPr lang="en" sz="1300" u="sng">
                <a:solidFill>
                  <a:srgbClr val="FFFFFF"/>
                </a:solidFill>
                <a:hlinkClick r:id="rId3">
                  <a:extLst>
                    <a:ext uri="{A12FA001-AC4F-418D-AE19-62706E023703}">
                      <ahyp:hlinkClr val="tx"/>
                    </a:ext>
                  </a:extLst>
                </a:hlinkClick>
              </a:rPr>
              <a:t>https://www.python.org/doc/</a:t>
            </a:r>
            <a:r>
              <a:rPr lang="en" sz="1300">
                <a:solidFill>
                  <a:srgbClr val="FFFFFF"/>
                </a:solidFill>
              </a:rPr>
              <a:t> </a:t>
            </a:r>
            <a:endParaRPr sz="1300">
              <a:solidFill>
                <a:srgbClr val="FFFFFF"/>
              </a:solidFill>
            </a:endParaRPr>
          </a:p>
          <a:p>
            <a:pPr indent="0" lvl="0" marL="0" rtl="0" algn="l">
              <a:lnSpc>
                <a:spcPct val="100000"/>
              </a:lnSpc>
              <a:spcBef>
                <a:spcPts val="0"/>
              </a:spcBef>
              <a:spcAft>
                <a:spcPts val="1200"/>
              </a:spcAft>
              <a:buSzPts val="1000"/>
              <a:buNone/>
            </a:pPr>
            <a:r>
              <a:t/>
            </a:r>
            <a:endParaRPr sz="1300">
              <a:solidFill>
                <a:srgbClr val="FFFFFF"/>
              </a:solidFill>
            </a:endParaRPr>
          </a:p>
        </p:txBody>
      </p:sp>
      <p:sp>
        <p:nvSpPr>
          <p:cNvPr id="447" name="Google Shape;447;g385b39a9788_0_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448" name="Google Shape;448;g385b39a9788_0_89"/>
          <p:cNvSpPr txBox="1"/>
          <p:nvPr>
            <p:ph idx="3" type="body"/>
          </p:nvPr>
        </p:nvSpPr>
        <p:spPr>
          <a:xfrm>
            <a:off x="196950" y="331150"/>
            <a:ext cx="1860300" cy="393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49" name="Google Shape;449;g385b39a9788_0_89"/>
          <p:cNvSpPr txBox="1"/>
          <p:nvPr>
            <p:ph idx="4" type="body"/>
          </p:nvPr>
        </p:nvSpPr>
        <p:spPr>
          <a:xfrm>
            <a:off x="7087526" y="196725"/>
            <a:ext cx="1933500" cy="209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800"/>
              <a:buNone/>
            </a:pPr>
            <a:r>
              <a:rPr lang="en"/>
              <a:t>.</a:t>
            </a:r>
            <a:endParaRPr/>
          </a:p>
        </p:txBody>
      </p:sp>
      <p:sp>
        <p:nvSpPr>
          <p:cNvPr id="450" name="Google Shape;450;g385b39a9788_0_89"/>
          <p:cNvSpPr txBox="1"/>
          <p:nvPr>
            <p:ph idx="5"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pic>
        <p:nvPicPr>
          <p:cNvPr descr="GNCIPL Internship &amp; Job Group" id="451" name="Google Shape;451;g385b39a9788_0_89"/>
          <p:cNvPicPr preferRelativeResize="0"/>
          <p:nvPr/>
        </p:nvPicPr>
        <p:blipFill rotWithShape="1">
          <a:blip r:embed="rId4">
            <a:alphaModFix/>
          </a:blip>
          <a:srcRect b="0" l="0" r="0" t="0"/>
          <a:stretch/>
        </p:blipFill>
        <p:spPr>
          <a:xfrm>
            <a:off x="4281250" y="4486975"/>
            <a:ext cx="457200" cy="457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800"/>
              <a:buNone/>
            </a:pPr>
            <a:fld id="{00000000-1234-1234-1234-123412341234}" type="slidenum">
              <a:rPr lang="en"/>
              <a:t>‹#›</a:t>
            </a:fld>
            <a:endParaRPr/>
          </a:p>
        </p:txBody>
      </p:sp>
      <p:sp>
        <p:nvSpPr>
          <p:cNvPr id="457" name="Google Shape;457;p18"/>
          <p:cNvSpPr txBox="1"/>
          <p:nvPr>
            <p:ph idx="1" type="subTitle"/>
          </p:nvPr>
        </p:nvSpPr>
        <p:spPr>
          <a:xfrm>
            <a:off x="740375" y="1799275"/>
            <a:ext cx="7193400" cy="6465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spAutoFit/>
          </a:bodyPr>
          <a:lstStyle/>
          <a:p>
            <a:pPr indent="0" lvl="0" marL="0" rtl="0" algn="ctr">
              <a:lnSpc>
                <a:spcPct val="100000"/>
              </a:lnSpc>
              <a:spcBef>
                <a:spcPts val="1155"/>
              </a:spcBef>
              <a:spcAft>
                <a:spcPts val="1200"/>
              </a:spcAft>
              <a:buSzPts val="2650"/>
              <a:buNone/>
            </a:pPr>
            <a:r>
              <a:rPr lang="en" sz="3000">
                <a:solidFill>
                  <a:srgbClr val="FFFFFF"/>
                </a:solidFill>
                <a:latin typeface="DM Sans"/>
                <a:ea typeface="DM Sans"/>
                <a:cs typeface="DM Sans"/>
                <a:sym typeface="DM Sans"/>
              </a:rPr>
              <a:t>Thank You</a:t>
            </a:r>
            <a:endParaRPr sz="3000">
              <a:solidFill>
                <a:srgbClr val="FFFFFF"/>
              </a:solidFill>
              <a:latin typeface="DM Sans"/>
              <a:ea typeface="DM Sans"/>
              <a:cs typeface="DM Sans"/>
              <a:sym typeface="DM Sans"/>
            </a:endParaRPr>
          </a:p>
        </p:txBody>
      </p:sp>
      <p:pic>
        <p:nvPicPr>
          <p:cNvPr descr="GNCIPL Internship &amp; Job Group" id="458" name="Google Shape;458;p18"/>
          <p:cNvPicPr preferRelativeResize="0"/>
          <p:nvPr/>
        </p:nvPicPr>
        <p:blipFill rotWithShape="1">
          <a:blip r:embed="rId3">
            <a:alphaModFix/>
          </a:blip>
          <a:srcRect b="0" l="0" r="0" t="0"/>
          <a:stretch/>
        </p:blipFill>
        <p:spPr>
          <a:xfrm>
            <a:off x="4281250" y="4486975"/>
            <a:ext cx="457200" cy="457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cience Presentation">
  <a:themeElements>
    <a:clrScheme name="Simple Light">
      <a:dk1>
        <a:srgbClr val="005088"/>
      </a:dk1>
      <a:lt1>
        <a:srgbClr val="F3F0DF"/>
      </a:lt1>
      <a:dk2>
        <a:srgbClr val="121212"/>
      </a:dk2>
      <a:lt2>
        <a:srgbClr val="D0E0E3"/>
      </a:lt2>
      <a:accent1>
        <a:srgbClr val="11CAA0"/>
      </a:accent1>
      <a:accent2>
        <a:srgbClr val="6D6D6B"/>
      </a:accent2>
      <a:accent3>
        <a:srgbClr val="FFFFFF"/>
      </a:accent3>
      <a:accent4>
        <a:srgbClr val="656839"/>
      </a:accent4>
      <a:accent5>
        <a:srgbClr val="774936"/>
      </a:accent5>
      <a:accent6>
        <a:srgbClr val="C492B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